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256" r:id="rId2"/>
    <p:sldId id="259" r:id="rId3"/>
    <p:sldId id="260" r:id="rId4"/>
    <p:sldId id="257" r:id="rId5"/>
    <p:sldId id="261" r:id="rId6"/>
    <p:sldId id="262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7989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66" y="597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theme" Target="theme/theme1.xml"  /><Relationship Id="rId11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presProps" Target="presProps.xml"  /><Relationship Id="rId9" Type="http://schemas.openxmlformats.org/officeDocument/2006/relationships/viewProps" Target="viewProps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CA5A4D-7593-7755-1F25-63032A4D8B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E7CF23F-673B-06E5-0D5B-E0CAE8A85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9D06C7-9809-408B-D61A-3B949CE7D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CAF4D-71DC-4AD6-AB11-CBCAF361BB45}" type="datetimeFigureOut">
              <a:rPr lang="ko-KR" altLang="en-US" smtClean="0"/>
              <a:t>2025-07-15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6B6433-54B0-B751-C4A5-2E9F9D3B6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04E692-E15B-3587-FD60-51FC16EEA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B6081-9540-4738-8254-91C00CEE7E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3409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A73C0E-5C01-A2A6-5601-9A967D645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A4BFFE-6D73-9833-59A7-C50464C1F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4556B5-9E1F-A730-4EAA-9759A1BA9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CAF4D-71DC-4AD6-AB11-CBCAF361BB45}" type="datetimeFigureOut">
              <a:rPr lang="ko-KR" altLang="en-US" smtClean="0"/>
              <a:t>2025-07-15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9A1BC3-D0A6-249A-0E15-8BFB0842B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FC75A3-C59F-B37C-004C-9A8372BA2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B6081-9540-4738-8254-91C00CEE7E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2928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CE305E-33A8-B150-31BF-7FE656EE6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31E1F44-5BF6-B25F-AAE4-1D4F3AB3BD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CE72CF-8758-0009-2796-A50C12517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CAF4D-71DC-4AD6-AB11-CBCAF361BB45}" type="datetimeFigureOut">
              <a:rPr lang="ko-KR" altLang="en-US" smtClean="0"/>
              <a:t>2025-07-15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C4EDF0-302B-8D8F-C6FF-D9AC397D8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E47F72-E6EF-9D95-55A7-C2A177308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B6081-9540-4738-8254-91C00CEE7E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3355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38C05E-01C0-34AD-C8BF-75DF37114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04023C-4EBF-6E7C-70FB-1FCF6B571B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8319A65-5F47-0365-BB16-703F31C1CB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D5EED80-B1B6-66A2-D8E6-328EA35F2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CAF4D-71DC-4AD6-AB11-CBCAF361BB45}" type="datetimeFigureOut">
              <a:rPr lang="ko-KR" altLang="en-US" smtClean="0"/>
              <a:t>2025-07-15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59227CA-D82F-316C-BBD6-972752D8F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983E19A-0CB2-2C09-73B0-28F259F46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B6081-9540-4738-8254-91C00CEE7E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9351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B7F1F0-3905-2B43-6531-331313EBB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5F415A4-7D20-571C-25AC-79EA72B46A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C6B89CE-5990-A191-C942-0BAC7F1300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4E4D969-BA31-3172-5F59-0752892E96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9BCA407-4E98-03D0-8A29-9A58EF027E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D83FB8D-EA79-A7C2-06AF-6C61A5A93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CAF4D-71DC-4AD6-AB11-CBCAF361BB45}" type="datetimeFigureOut">
              <a:rPr lang="ko-KR" altLang="en-US" smtClean="0"/>
              <a:t>2025-07-15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3B19BC2-0E5C-F1E3-B58C-47D6A9729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59F2CC3-B094-13CB-99D6-CAB127EC7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B6081-9540-4738-8254-91C00CEE7E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0504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84467E-C7D1-3326-C1C8-70A65B71F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08CD9EA-DDAC-4C53-C4D4-652366F39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CAF4D-71DC-4AD6-AB11-CBCAF361BB45}" type="datetimeFigureOut">
              <a:rPr lang="ko-KR" altLang="en-US" smtClean="0"/>
              <a:t>2025-07-15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41598BC-54E6-916D-3DB8-E855EF705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132C692-4E27-42FB-61FB-16875D65C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B6081-9540-4738-8254-91C00CEE7E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6636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9D089D6-C79D-5CB7-1709-FACC66F46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CAF4D-71DC-4AD6-AB11-CBCAF361BB45}" type="datetimeFigureOut">
              <a:rPr lang="ko-KR" altLang="en-US" smtClean="0"/>
              <a:t>2025-07-15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86D0645-9896-B42C-DAFF-EB11808A3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DA3151-FA26-8620-85F6-7DFCC8750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B6081-9540-4738-8254-91C00CEE7E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5819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ACD48B-05FE-59BB-F3B2-57D77F8E4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363CC8-C917-E861-40EB-A6BC59853C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EDF31D7-A64B-FB02-776A-CBF9D6192D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E71DDEB-C8C8-FA78-79B7-36E785CB2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CAF4D-71DC-4AD6-AB11-CBCAF361BB45}" type="datetimeFigureOut">
              <a:rPr lang="ko-KR" altLang="en-US" smtClean="0"/>
              <a:t>2025-07-15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0CE157F-D82A-A08F-1343-E18734D1B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1901527-748A-F939-A6D6-334DE6826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B6081-9540-4738-8254-91C00CEE7E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8818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818DB1-633F-DD5B-FD59-473D90B48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8711785-3E15-1EB6-F3E5-1B1C1A0895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248C57D-D9E8-D950-8104-0488A60681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84E1F73-7DE8-550A-C22D-F23C0E7F1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CAF4D-71DC-4AD6-AB11-CBCAF361BB45}" type="datetimeFigureOut">
              <a:rPr lang="ko-KR" altLang="en-US" smtClean="0"/>
              <a:t>2025-07-15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ED186D5-7DC6-994B-46C0-2E11F05B1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DA6063D-6539-7EFF-8D12-51D9DB5BA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B6081-9540-4738-8254-91C00CEE7E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8125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1BA3D9-42FA-F7B1-CD5B-87BD75863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E97209A-E394-FA53-1924-1915C3AB0E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450933-DF06-6A3B-A2A4-CB2143064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CAF4D-71DC-4AD6-AB11-CBCAF361BB45}" type="datetimeFigureOut">
              <a:rPr lang="ko-KR" altLang="en-US" smtClean="0"/>
              <a:t>2025-07-15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DDFE35-E489-606A-33BE-79BB3ED76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470951-A603-594A-50AD-B717D0B1F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B6081-9540-4738-8254-91C00CEE7E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7077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F22CFCE-CD08-8D29-6686-58630548C1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6B62E35-4EE3-C7FF-A160-8C606A4F26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E4AA58-DF07-9B1C-223C-189517787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CAF4D-71DC-4AD6-AB11-CBCAF361BB45}" type="datetimeFigureOut">
              <a:rPr lang="ko-KR" altLang="en-US" smtClean="0"/>
              <a:t>2025-07-15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88AC31-5273-2EDC-BA18-1216BD113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7ECC47-87AB-809E-2E57-6943B3933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B6081-9540-4738-8254-91C00CEE7E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1597516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692FDCF-C39D-8F37-0F10-2B28F138A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27BCF2-BF4B-FFF1-4E2E-17A19EA1FB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C2EC71-1B21-22B3-19CB-06DA53971B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7CAF4D-71DC-4AD6-AB11-CBCAF361BB45}" type="datetimeFigureOut">
              <a:rPr lang="ko-KR" altLang="en-US" smtClean="0"/>
              <a:t>2025-07-15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4732A8-3042-0556-233E-5DAB9F136C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CC53FD-4830-86E0-942C-6D99B4FD36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EB6081-9540-4738-8254-91C00CEE7E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5112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"/>
          <p:cNvGrpSpPr/>
          <p:nvPr/>
        </p:nvGrpSpPr>
        <p:grpSpPr>
          <a:xfrm rot="0">
            <a:off x="1550894" y="383240"/>
            <a:ext cx="9310063" cy="5610550"/>
            <a:chOff x="1550894" y="383240"/>
            <a:chExt cx="9310063" cy="5610550"/>
          </a:xfrm>
        </p:grpSpPr>
        <p:sp>
          <p:nvSpPr>
            <p:cNvPr id="14" name="직사각형 13"/>
            <p:cNvSpPr/>
            <p:nvPr/>
          </p:nvSpPr>
          <p:spPr>
            <a:xfrm>
              <a:off x="1550894" y="383240"/>
              <a:ext cx="9090212" cy="5607423"/>
            </a:xfrm>
            <a:prstGeom prst="rect">
              <a:avLst/>
            </a:prstGeom>
            <a:noFill/>
            <a:ln w="349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t" anchorCtr="0"/>
            <a:lstStyle/>
            <a:p>
              <a:pPr lvl="0" algn="ctr">
                <a:defRPr/>
              </a:pPr>
              <a:r>
                <a:rPr lang="en-US" altLang="ko-KR" sz="2400" b="1">
                  <a:solidFill>
                    <a:schemeClr val="tx1"/>
                  </a:solidFill>
                </a:rPr>
                <a:t>Maneuver</a:t>
              </a:r>
              <a:endParaRPr lang="en-US" altLang="ko-KR" sz="2400" b="1">
                <a:solidFill>
                  <a:schemeClr val="tx1"/>
                </a:solidFill>
              </a:endParaRPr>
            </a:p>
          </p:txBody>
        </p:sp>
        <p:grpSp>
          <p:nvGrpSpPr>
            <p:cNvPr id="25" name="그룹 24"/>
            <p:cNvGrpSpPr/>
            <p:nvPr/>
          </p:nvGrpSpPr>
          <p:grpSpPr>
            <a:xfrm rot="0">
              <a:off x="7779124" y="2517396"/>
              <a:ext cx="2129118" cy="1643905"/>
              <a:chOff x="2131360" y="2364997"/>
              <a:chExt cx="2129118" cy="1643905"/>
            </a:xfrm>
          </p:grpSpPr>
          <p:sp>
            <p:nvSpPr>
              <p:cNvPr id="15" name="타원 14"/>
              <p:cNvSpPr/>
              <p:nvPr/>
            </p:nvSpPr>
            <p:spPr>
              <a:xfrm>
                <a:off x="2131360" y="2364997"/>
                <a:ext cx="2129118" cy="1643905"/>
              </a:xfrm>
              <a:prstGeom prst="ellipse">
                <a:avLst/>
              </a:prstGeom>
              <a:noFill/>
              <a:ln w="349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t" anchorCtr="0"/>
              <a:lstStyle/>
              <a:p>
                <a:pPr lvl="0" algn="ctr">
                  <a:defRPr/>
                </a:pPr>
                <a:r>
                  <a:rPr lang="en-US" altLang="ko-KR">
                    <a:solidFill>
                      <a:schemeClr val="tx1"/>
                    </a:solidFill>
                  </a:rPr>
                  <a:t>MOVE</a:t>
                </a:r>
                <a:endParaRPr lang="en-US" altLang="ko-KR">
                  <a:solidFill>
                    <a:schemeClr val="tx1"/>
                  </a:solidFill>
                </a:endParaRPr>
              </a:p>
              <a:p>
                <a:pPr lvl="0" algn="ctr">
                  <a:defRPr/>
                </a:pPr>
                <a:endParaRPr lang="en-US" altLang="ko-KR">
                  <a:solidFill>
                    <a:schemeClr val="tx1"/>
                  </a:solidFill>
                </a:endParaRPr>
              </a:p>
              <a:p>
                <a:pPr lvl="0" algn="ctr">
                  <a:defRPr/>
                </a:pPr>
                <a:r>
                  <a:rPr lang="en-US" altLang="ko-KR">
                    <a:solidFill>
                      <a:schemeClr val="tx1"/>
                    </a:solidFill>
                  </a:rPr>
                  <a:t>Ta = t_mnv</a:t>
                </a:r>
                <a:endParaRPr lang="en-US" altLang="ko-KR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7" name="직선 연결선 16"/>
              <p:cNvCxnSpPr>
                <a:stCxn id="15" idx="2"/>
                <a:endCxn id="15" idx="6"/>
              </p:cNvCxnSpPr>
              <p:nvPr/>
            </p:nvCxnSpPr>
            <p:spPr>
              <a:xfrm>
                <a:off x="2131360" y="3186950"/>
                <a:ext cx="212911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그룹 25"/>
            <p:cNvGrpSpPr/>
            <p:nvPr/>
          </p:nvGrpSpPr>
          <p:grpSpPr>
            <a:xfrm rot="0">
              <a:off x="2283760" y="2517397"/>
              <a:ext cx="2129118" cy="1643905"/>
              <a:chOff x="2131360" y="2364997"/>
              <a:chExt cx="2129118" cy="1643905"/>
            </a:xfrm>
          </p:grpSpPr>
          <p:sp>
            <p:nvSpPr>
              <p:cNvPr id="27" name="타원 26"/>
              <p:cNvSpPr/>
              <p:nvPr/>
            </p:nvSpPr>
            <p:spPr>
              <a:xfrm>
                <a:off x="2131360" y="2364997"/>
                <a:ext cx="2129118" cy="1643905"/>
              </a:xfrm>
              <a:prstGeom prst="ellipse">
                <a:avLst/>
              </a:prstGeom>
              <a:noFill/>
              <a:ln w="349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t" anchorCtr="0"/>
              <a:lstStyle/>
              <a:p>
                <a:pPr lvl="0" algn="ctr">
                  <a:defRPr/>
                </a:pPr>
                <a:r>
                  <a:rPr lang="en-US" altLang="ko-KR">
                    <a:solidFill>
                      <a:schemeClr val="tx1"/>
                    </a:solidFill>
                  </a:rPr>
                  <a:t>WAIT</a:t>
                </a:r>
                <a:endParaRPr lang="en-US" altLang="ko-KR">
                  <a:solidFill>
                    <a:schemeClr val="tx1"/>
                  </a:solidFill>
                </a:endParaRPr>
              </a:p>
              <a:p>
                <a:pPr lvl="0" algn="ctr">
                  <a:defRPr/>
                </a:pPr>
                <a:endParaRPr lang="en-US" altLang="ko-KR">
                  <a:solidFill>
                    <a:schemeClr val="tx1"/>
                  </a:solidFill>
                </a:endParaRPr>
              </a:p>
              <a:p>
                <a:pPr lvl="0" algn="ctr">
                  <a:defRPr/>
                </a:pPr>
                <a:r>
                  <a:rPr lang="en-US" altLang="ko-KR">
                    <a:solidFill>
                      <a:schemeClr val="tx1"/>
                    </a:solidFill>
                  </a:rPr>
                  <a:t>Ta = ∞</a:t>
                </a:r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8" name="직선 연결선 27"/>
              <p:cNvCxnSpPr>
                <a:stCxn id="27" idx="2"/>
                <a:endCxn id="27" idx="6"/>
              </p:cNvCxnSpPr>
              <p:nvPr/>
            </p:nvCxnSpPr>
            <p:spPr>
              <a:xfrm>
                <a:off x="2131360" y="3186950"/>
                <a:ext cx="212911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0" name="연결선: 구부러짐 29"/>
            <p:cNvCxnSpPr>
              <a:stCxn id="27" idx="7"/>
              <a:endCxn id="15" idx="1"/>
            </p:cNvCxnSpPr>
            <p:nvPr/>
          </p:nvCxnSpPr>
          <p:spPr>
            <a:xfrm rot="5400000" flipH="1" flipV="1">
              <a:off x="6096001" y="763216"/>
              <a:ext cx="1" cy="3989850"/>
            </a:xfrm>
            <a:prstGeom prst="curvedConnector3">
              <a:avLst>
                <a:gd name="adj1" fmla="val 46934500000"/>
              </a:avLst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이등변 삼각형 33"/>
            <p:cNvSpPr/>
            <p:nvPr/>
          </p:nvSpPr>
          <p:spPr>
            <a:xfrm rot="5400000">
              <a:off x="1523999" y="816909"/>
              <a:ext cx="262218" cy="208428"/>
            </a:xfrm>
            <a:prstGeom prst="triangle">
              <a:avLst>
                <a:gd name="adj" fmla="val 50000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759322" y="736457"/>
              <a:ext cx="1113418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en-US" altLang="ko-KR"/>
                <a:t>mnv_ord</a:t>
              </a:r>
              <a:endParaRPr lang="en-US" altLang="ko-KR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5630473" y="1599912"/>
              <a:ext cx="1336083" cy="6384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en-US" altLang="ko-KR"/>
                <a:t>?mnv_ord </a:t>
              </a:r>
              <a:br>
                <a:rPr lang="en-US" altLang="ko-KR"/>
              </a:br>
              <a:r>
                <a:rPr lang="en-US" altLang="ko-KR"/>
                <a:t>@speed&gt;0</a:t>
              </a:r>
              <a:endParaRPr lang="en-US" altLang="ko-KR"/>
            </a:p>
          </p:txBody>
        </p:sp>
        <p:sp>
          <p:nvSpPr>
            <p:cNvPr id="38" name="이등변 삼각형 37"/>
            <p:cNvSpPr/>
            <p:nvPr/>
          </p:nvSpPr>
          <p:spPr>
            <a:xfrm rot="5400000">
              <a:off x="1545020" y="1225498"/>
              <a:ext cx="262218" cy="208428"/>
            </a:xfrm>
            <a:prstGeom prst="triangle">
              <a:avLst>
                <a:gd name="adj" fmla="val 50000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39" name="TextBox 34"/>
            <p:cNvSpPr txBox="1"/>
            <p:nvPr/>
          </p:nvSpPr>
          <p:spPr>
            <a:xfrm>
              <a:off x="1780342" y="1125339"/>
              <a:ext cx="1016198" cy="35865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en-US" altLang="ko-KR"/>
                <a:t>dead_in</a:t>
              </a:r>
              <a:endParaRPr lang="en-US" altLang="ko-KR"/>
            </a:p>
          </p:txBody>
        </p:sp>
        <p:cxnSp>
          <p:nvCxnSpPr>
            <p:cNvPr id="40" name="연결선: 구부러짐 29"/>
            <p:cNvCxnSpPr>
              <a:stCxn id="15" idx="0"/>
              <a:endCxn id="15" idx="6"/>
            </p:cNvCxnSpPr>
            <p:nvPr/>
          </p:nvCxnSpPr>
          <p:spPr>
            <a:xfrm rot="5400000" flipV="1">
              <a:off x="8964968" y="2396074"/>
              <a:ext cx="821954" cy="1064594"/>
            </a:xfrm>
            <a:prstGeom prst="curvedConnector4">
              <a:avLst>
                <a:gd name="adj1" fmla="val -16561"/>
                <a:gd name="adj2" fmla="val 112462"/>
              </a:avLst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35"/>
            <p:cNvSpPr txBox="1"/>
            <p:nvPr/>
          </p:nvSpPr>
          <p:spPr>
            <a:xfrm>
              <a:off x="8979752" y="1949525"/>
              <a:ext cx="1219269" cy="36683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en-US" altLang="ko-KR"/>
                <a:t>?mnv_ord</a:t>
              </a:r>
              <a:endParaRPr lang="en-US" altLang="ko-KR"/>
            </a:p>
          </p:txBody>
        </p:sp>
        <p:cxnSp>
          <p:nvCxnSpPr>
            <p:cNvPr id="42" name="연결선: 구부러짐 29"/>
            <p:cNvCxnSpPr>
              <a:stCxn id="15" idx="6"/>
              <a:endCxn id="15" idx="4"/>
            </p:cNvCxnSpPr>
            <p:nvPr/>
          </p:nvCxnSpPr>
          <p:spPr>
            <a:xfrm flipH="1">
              <a:off x="8843683" y="3339350"/>
              <a:ext cx="1064559" cy="821950"/>
            </a:xfrm>
            <a:prstGeom prst="curvedConnector4">
              <a:avLst>
                <a:gd name="adj1" fmla="val -12465"/>
                <a:gd name="adj2" fmla="val 116558"/>
              </a:avLst>
            </a:prstGeom>
            <a:ln w="19050">
              <a:solidFill>
                <a:schemeClr val="tx1"/>
              </a:solidFill>
              <a:prstDash val="sysDot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35"/>
            <p:cNvSpPr txBox="1"/>
            <p:nvPr/>
          </p:nvSpPr>
          <p:spPr>
            <a:xfrm>
              <a:off x="8856784" y="4329658"/>
              <a:ext cx="1797881" cy="64048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en-US" altLang="ko-KR"/>
                <a:t>!mnv_result</a:t>
              </a:r>
              <a:endParaRPr lang="en-US" altLang="ko-KR"/>
            </a:p>
            <a:p>
              <a:pPr lvl="0">
                <a:defRPr/>
              </a:pPr>
              <a:r>
                <a:rPr lang="en-US" altLang="ko-KR"/>
                <a:t>/mnvEquation()</a:t>
              </a:r>
              <a:endParaRPr lang="en-US" altLang="ko-KR"/>
            </a:p>
          </p:txBody>
        </p:sp>
        <p:cxnSp>
          <p:nvCxnSpPr>
            <p:cNvPr id="44" name="연결선: 구부러짐 29"/>
            <p:cNvCxnSpPr>
              <a:stCxn id="15" idx="3"/>
              <a:endCxn id="27" idx="5"/>
            </p:cNvCxnSpPr>
            <p:nvPr/>
          </p:nvCxnSpPr>
          <p:spPr>
            <a:xfrm rot="5400000">
              <a:off x="6095209" y="1926427"/>
              <a:ext cx="1588" cy="3989855"/>
            </a:xfrm>
            <a:prstGeom prst="curvedConnector3">
              <a:avLst>
                <a:gd name="adj1" fmla="val 23642412"/>
              </a:avLst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35"/>
            <p:cNvSpPr txBox="1"/>
            <p:nvPr/>
          </p:nvSpPr>
          <p:spPr>
            <a:xfrm>
              <a:off x="5570987" y="4337965"/>
              <a:ext cx="2502403" cy="64170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en-US" altLang="ko-KR"/>
                <a:t>?mnv_ord@speed&lt;=0</a:t>
              </a:r>
              <a:endParaRPr lang="en-US" altLang="ko-KR"/>
            </a:p>
            <a:p>
              <a:pPr lvl="0">
                <a:defRPr/>
              </a:pPr>
              <a:r>
                <a:rPr lang="en-US" altLang="ko-KR"/>
                <a:t>?dead_in</a:t>
              </a:r>
              <a:endParaRPr lang="en-US" altLang="ko-KR"/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1561131" y="5344397"/>
              <a:ext cx="3197506" cy="649393"/>
            </a:xfrm>
            <a:prstGeom prst="rect">
              <a:avLst/>
            </a:prstGeom>
            <a:noFill/>
            <a:ln w="1905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0"/>
            <a:lstStyle/>
            <a:p>
              <a:pPr marL="0" lvl="0" indent="0" algn="ctr" defTabSz="232257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r>
  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  <a:solidFill>
                    <a:srgbClr val="000000"/>
                  </a:solidFill>
                  <a:latin typeface="맑은 고딕"/>
                  <a:ea typeface="맑은 고딕"/>
                  <a:cs typeface="맑은 고딕"/>
                </a:rPr>
                <a:t>cur_pos, cur_speed</a:t>
              </a:r>
  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endParaRPr>
            </a:p>
          </p:txBody>
        </p:sp>
        <p:sp>
          <p:nvSpPr>
            <p:cNvPr id="48" name="이등변 삼각형 47"/>
            <p:cNvSpPr/>
            <p:nvPr/>
          </p:nvSpPr>
          <p:spPr>
            <a:xfrm rot="5400000">
              <a:off x="10625634" y="777387"/>
              <a:ext cx="262218" cy="208428"/>
            </a:xfrm>
            <a:prstGeom prst="triangle">
              <a:avLst>
                <a:gd name="adj" fmla="val 50000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49" name="TextBox 34"/>
            <p:cNvSpPr txBox="1"/>
            <p:nvPr/>
          </p:nvSpPr>
          <p:spPr>
            <a:xfrm>
              <a:off x="9361124" y="696935"/>
              <a:ext cx="1322116" cy="35843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en-US" altLang="ko-KR"/>
                <a:t>mnv_result</a:t>
              </a:r>
              <a:endParaRPr lang="en-US" altLang="ko-KR"/>
            </a:p>
          </p:txBody>
        </p:sp>
      </p:grpSp>
    </p:spTree>
    <p:extLst>
      <p:ext uri="{BB962C8B-B14F-4D97-AF65-F5344CB8AC3E}">
        <p14:creationId xmlns:p14="http://schemas.microsoft.com/office/powerpoint/2010/main" val="3353669432"/>
      </p:ext>
    </p:extLst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/>
        </p:nvSpPr>
        <p:spPr>
          <a:xfrm>
            <a:off x="1550894" y="383240"/>
            <a:ext cx="9090212" cy="5607423"/>
          </a:xfrm>
          <a:prstGeom prst="rect">
            <a:avLst/>
          </a:prstGeom>
          <a:noFill/>
          <a:ln w="349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 anchorCtr="0"/>
          <a:lstStyle/>
          <a:p>
            <a:pPr lvl="0" algn="ctr">
              <a:defRPr/>
            </a:pPr>
            <a:r>
              <a:rPr lang="en-US" altLang="ko-KR" sz="2400" b="1">
                <a:solidFill>
                  <a:schemeClr val="tx1"/>
                </a:solidFill>
              </a:rPr>
              <a:t>Environment_1</a:t>
            </a:r>
            <a:endParaRPr lang="en-US" altLang="ko-KR" sz="2400" b="1">
              <a:solidFill>
                <a:schemeClr val="tx1"/>
              </a:solidFill>
            </a:endParaRPr>
          </a:p>
        </p:txBody>
      </p:sp>
      <p:sp>
        <p:nvSpPr>
          <p:cNvPr id="34" name="이등변 삼각형 33"/>
          <p:cNvSpPr/>
          <p:nvPr/>
        </p:nvSpPr>
        <p:spPr>
          <a:xfrm rot="5400000">
            <a:off x="1523999" y="816909"/>
            <a:ext cx="262218" cy="208428"/>
          </a:xfrm>
          <a:prstGeom prst="triangle">
            <a:avLst>
              <a:gd name="adj" fmla="val 50000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5" name="TextBox 34"/>
          <p:cNvSpPr txBox="1"/>
          <p:nvPr/>
        </p:nvSpPr>
        <p:spPr>
          <a:xfrm>
            <a:off x="1759322" y="736457"/>
            <a:ext cx="117056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scen_info</a:t>
            </a:r>
            <a:endParaRPr lang="en-US" altLang="ko-KR"/>
          </a:p>
        </p:txBody>
      </p:sp>
      <p:sp>
        <p:nvSpPr>
          <p:cNvPr id="45" name="TextBox 35"/>
          <p:cNvSpPr txBox="1"/>
          <p:nvPr/>
        </p:nvSpPr>
        <p:spPr>
          <a:xfrm>
            <a:off x="5458349" y="2755238"/>
            <a:ext cx="1275304" cy="3616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?scen_info</a:t>
            </a:r>
            <a:endParaRPr lang="en-US" altLang="ko-KR"/>
          </a:p>
        </p:txBody>
      </p:sp>
      <p:sp>
        <p:nvSpPr>
          <p:cNvPr id="46" name="직사각형 45"/>
          <p:cNvSpPr/>
          <p:nvPr/>
        </p:nvSpPr>
        <p:spPr>
          <a:xfrm>
            <a:off x="1561131" y="5344397"/>
            <a:ext cx="6105137" cy="649393"/>
          </a:xfrm>
          <a:prstGeom prst="rect">
            <a:avLst/>
          </a:prstGeom>
          <a:noFill/>
          <a:ln w="1905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/>
          <a:lstStyle/>
          <a:p>
            <a:pPr marL="0" lvl="0" indent="0" algn="ctr" defTabSz="232257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grid_map, (redteam, blueteam)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8" name="이등변 삼각형 47"/>
          <p:cNvSpPr/>
          <p:nvPr/>
        </p:nvSpPr>
        <p:spPr>
          <a:xfrm rot="5400000">
            <a:off x="10625634" y="777388"/>
            <a:ext cx="262218" cy="208428"/>
          </a:xfrm>
          <a:prstGeom prst="triangle">
            <a:avLst>
              <a:gd name="adj" fmla="val 50000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9" name="TextBox 34"/>
          <p:cNvSpPr txBox="1"/>
          <p:nvPr/>
        </p:nvSpPr>
        <p:spPr>
          <a:xfrm>
            <a:off x="9361124" y="696935"/>
            <a:ext cx="1074466" cy="3584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/>
              <a:t>env_info</a:t>
            </a:r>
            <a:endParaRPr lang="en-US" altLang="ko-KR"/>
          </a:p>
        </p:txBody>
      </p:sp>
      <p:sp>
        <p:nvSpPr>
          <p:cNvPr id="54" name="이등변 삼각형 53"/>
          <p:cNvSpPr/>
          <p:nvPr/>
        </p:nvSpPr>
        <p:spPr>
          <a:xfrm rot="5400000">
            <a:off x="1533166" y="1212805"/>
            <a:ext cx="262218" cy="208428"/>
          </a:xfrm>
          <a:prstGeom prst="triangle">
            <a:avLst>
              <a:gd name="adj" fmla="val 50000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5" name="TextBox 34"/>
          <p:cNvSpPr txBox="1"/>
          <p:nvPr/>
        </p:nvSpPr>
        <p:spPr>
          <a:xfrm>
            <a:off x="1768489" y="1132353"/>
            <a:ext cx="102805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red_pos</a:t>
            </a:r>
            <a:endParaRPr lang="en-US" altLang="ko-KR"/>
          </a:p>
        </p:txBody>
      </p:sp>
      <p:sp>
        <p:nvSpPr>
          <p:cNvPr id="58" name="이등변 삼각형 57"/>
          <p:cNvSpPr/>
          <p:nvPr/>
        </p:nvSpPr>
        <p:spPr>
          <a:xfrm rot="5400000">
            <a:off x="1547489" y="1608701"/>
            <a:ext cx="262218" cy="208428"/>
          </a:xfrm>
          <a:prstGeom prst="triangle">
            <a:avLst>
              <a:gd name="adj" fmla="val 50000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9" name="TextBox 34"/>
          <p:cNvSpPr txBox="1"/>
          <p:nvPr/>
        </p:nvSpPr>
        <p:spPr>
          <a:xfrm>
            <a:off x="1782812" y="1528249"/>
            <a:ext cx="112802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blue_pos</a:t>
            </a:r>
            <a:endParaRPr lang="en-US" altLang="ko-KR"/>
          </a:p>
        </p:txBody>
      </p:sp>
      <p:grpSp>
        <p:nvGrpSpPr>
          <p:cNvPr id="64" name="그룹 63"/>
          <p:cNvGrpSpPr/>
          <p:nvPr/>
        </p:nvGrpSpPr>
        <p:grpSpPr>
          <a:xfrm rot="0">
            <a:off x="7779124" y="2517396"/>
            <a:ext cx="2129118" cy="1643905"/>
            <a:chOff x="2131360" y="2364997"/>
            <a:chExt cx="2129118" cy="1643905"/>
          </a:xfrm>
        </p:grpSpPr>
        <p:sp>
          <p:nvSpPr>
            <p:cNvPr id="65" name="타원 14"/>
            <p:cNvSpPr/>
            <p:nvPr/>
          </p:nvSpPr>
          <p:spPr>
            <a:xfrm>
              <a:off x="2131360" y="2364997"/>
              <a:ext cx="2129118" cy="1643905"/>
            </a:xfrm>
            <a:prstGeom prst="ellipse">
              <a:avLst/>
            </a:prstGeom>
            <a:noFill/>
            <a:ln w="349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t" anchorCtr="0"/>
            <a:lstStyle/>
            <a:p>
              <a:pPr lvl="0" algn="ctr">
                <a:defRPr/>
              </a:pPr>
              <a:r>
                <a:rPr lang="en-US" altLang="ko-KR">
                  <a:solidFill>
                    <a:schemeClr val="tx1"/>
                  </a:solidFill>
                </a:rPr>
                <a:t>ENV</a:t>
              </a:r>
              <a:endParaRPr lang="en-US" altLang="ko-KR">
                <a:solidFill>
                  <a:schemeClr val="tx1"/>
                </a:solidFill>
              </a:endParaRPr>
            </a:p>
            <a:p>
              <a:pPr lvl="0" algn="ctr">
                <a:defRPr/>
              </a:pPr>
              <a:endParaRPr lang="en-US" altLang="ko-KR">
                <a:solidFill>
                  <a:schemeClr val="tx1"/>
                </a:solidFill>
              </a:endParaRPr>
            </a:p>
            <a:p>
              <a:pPr lvl="0" algn="ctr">
                <a:defRPr/>
              </a:pPr>
              <a:r>
                <a:rPr lang="en-US" altLang="ko-KR">
                  <a:solidFill>
                    <a:schemeClr val="tx1"/>
                  </a:solidFill>
                </a:rPr>
                <a:t>Ta = t_env</a:t>
              </a:r>
              <a:endParaRPr lang="en-US" altLang="ko-KR">
                <a:solidFill>
                  <a:schemeClr val="tx1"/>
                </a:solidFill>
              </a:endParaRPr>
            </a:p>
          </p:txBody>
        </p:sp>
        <p:cxnSp>
          <p:nvCxnSpPr>
            <p:cNvPr id="66" name="직선 연결선 16"/>
            <p:cNvCxnSpPr>
              <a:stCxn id="65" idx="2"/>
              <a:endCxn id="65" idx="6"/>
            </p:cNvCxnSpPr>
            <p:nvPr/>
          </p:nvCxnSpPr>
          <p:spPr>
            <a:xfrm>
              <a:off x="2131360" y="3186950"/>
              <a:ext cx="212911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그룹 66"/>
          <p:cNvGrpSpPr/>
          <p:nvPr/>
        </p:nvGrpSpPr>
        <p:grpSpPr>
          <a:xfrm rot="0">
            <a:off x="2283760" y="2517397"/>
            <a:ext cx="2129118" cy="1643905"/>
            <a:chOff x="2131360" y="2364997"/>
            <a:chExt cx="2129118" cy="1643905"/>
          </a:xfrm>
        </p:grpSpPr>
        <p:sp>
          <p:nvSpPr>
            <p:cNvPr id="68" name="타원 26"/>
            <p:cNvSpPr/>
            <p:nvPr/>
          </p:nvSpPr>
          <p:spPr>
            <a:xfrm>
              <a:off x="2131360" y="2364997"/>
              <a:ext cx="2129118" cy="1643905"/>
            </a:xfrm>
            <a:prstGeom prst="ellipse">
              <a:avLst/>
            </a:prstGeom>
            <a:noFill/>
            <a:ln w="349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t" anchorCtr="0"/>
            <a:lstStyle/>
            <a:p>
              <a:pPr lvl="0" algn="ctr">
                <a:defRPr/>
              </a:pPr>
              <a:r>
                <a:rPr lang="en-US" altLang="ko-KR">
                  <a:solidFill>
                    <a:schemeClr val="tx1"/>
                  </a:solidFill>
                </a:rPr>
                <a:t>IDLE</a:t>
              </a:r>
              <a:endParaRPr lang="en-US" altLang="ko-KR">
                <a:solidFill>
                  <a:schemeClr val="tx1"/>
                </a:solidFill>
              </a:endParaRPr>
            </a:p>
            <a:p>
              <a:pPr lvl="0" algn="ctr">
                <a:defRPr/>
              </a:pPr>
              <a:endParaRPr lang="en-US" altLang="ko-KR">
                <a:solidFill>
                  <a:schemeClr val="tx1"/>
                </a:solidFill>
              </a:endParaRPr>
            </a:p>
            <a:p>
              <a:pPr lvl="0" algn="ctr">
                <a:defRPr/>
              </a:pPr>
              <a:r>
                <a:rPr lang="en-US" altLang="ko-KR">
                  <a:solidFill>
                    <a:schemeClr val="tx1"/>
                  </a:solidFill>
                </a:rPr>
                <a:t>Ta = ∞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cxnSp>
          <p:nvCxnSpPr>
            <p:cNvPr id="69" name="직선 연결선 27"/>
            <p:cNvCxnSpPr>
              <a:stCxn id="68" idx="2"/>
              <a:endCxn id="68" idx="6"/>
            </p:cNvCxnSpPr>
            <p:nvPr/>
          </p:nvCxnSpPr>
          <p:spPr>
            <a:xfrm>
              <a:off x="2131360" y="3186950"/>
              <a:ext cx="212911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0" name="연결선: 구부러짐 29"/>
          <p:cNvCxnSpPr>
            <a:stCxn id="68" idx="6"/>
            <a:endCxn id="65" idx="2"/>
          </p:cNvCxnSpPr>
          <p:nvPr/>
        </p:nvCxnSpPr>
        <p:spPr>
          <a:xfrm>
            <a:off x="4412878" y="3339349"/>
            <a:ext cx="3366246" cy="1588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연결선: 구부러짐 29"/>
          <p:cNvCxnSpPr>
            <a:stCxn id="65" idx="6"/>
            <a:endCxn id="65" idx="4"/>
          </p:cNvCxnSpPr>
          <p:nvPr/>
        </p:nvCxnSpPr>
        <p:spPr>
          <a:xfrm flipH="1">
            <a:off x="8843683" y="3339350"/>
            <a:ext cx="1064559" cy="821950"/>
          </a:xfrm>
          <a:prstGeom prst="curvedConnector4">
            <a:avLst>
              <a:gd name="adj1" fmla="val -12465"/>
              <a:gd name="adj2" fmla="val 116558"/>
            </a:avLst>
          </a:prstGeom>
          <a:ln w="19050">
            <a:solidFill>
              <a:schemeClr val="tx1"/>
            </a:solidFill>
            <a:prstDash val="sysDot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이등변 삼각형 73"/>
          <p:cNvSpPr/>
          <p:nvPr/>
        </p:nvSpPr>
        <p:spPr>
          <a:xfrm rot="5400000">
            <a:off x="1523535" y="2024304"/>
            <a:ext cx="262218" cy="208428"/>
          </a:xfrm>
          <a:prstGeom prst="triangle">
            <a:avLst>
              <a:gd name="adj" fmla="val 50000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75" name="TextBox 34"/>
          <p:cNvSpPr txBox="1"/>
          <p:nvPr/>
        </p:nvSpPr>
        <p:spPr>
          <a:xfrm>
            <a:off x="1758857" y="1924145"/>
            <a:ext cx="1016198" cy="358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dead_in</a:t>
            </a:r>
            <a:endParaRPr lang="en-US" altLang="ko-KR"/>
          </a:p>
        </p:txBody>
      </p:sp>
      <p:sp>
        <p:nvSpPr>
          <p:cNvPr id="76" name="TextBox 34"/>
          <p:cNvSpPr txBox="1"/>
          <p:nvPr/>
        </p:nvSpPr>
        <p:spPr>
          <a:xfrm>
            <a:off x="9111713" y="4359774"/>
            <a:ext cx="1142901" cy="3627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!env_info</a:t>
            </a:r>
            <a:endParaRPr lang="en-US" altLang="ko-KR"/>
          </a:p>
        </p:txBody>
      </p:sp>
      <p:cxnSp>
        <p:nvCxnSpPr>
          <p:cNvPr id="81" name="연결선: 구부러짐 29"/>
          <p:cNvCxnSpPr>
            <a:stCxn id="65" idx="0"/>
            <a:endCxn id="65" idx="6"/>
          </p:cNvCxnSpPr>
          <p:nvPr/>
        </p:nvCxnSpPr>
        <p:spPr>
          <a:xfrm rot="5400000" flipV="1">
            <a:off x="8964994" y="2396100"/>
            <a:ext cx="821957" cy="1064538"/>
          </a:xfrm>
          <a:prstGeom prst="curvedConnector4">
            <a:avLst>
              <a:gd name="adj1" fmla="val -16561"/>
              <a:gd name="adj2" fmla="val 112462"/>
            </a:avLst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35"/>
          <p:cNvSpPr txBox="1"/>
          <p:nvPr/>
        </p:nvSpPr>
        <p:spPr>
          <a:xfrm>
            <a:off x="8730671" y="1411111"/>
            <a:ext cx="1232362" cy="9078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?red_pos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?blue_pos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?dead_in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29266842"/>
      </p:ext>
    </p:extLst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/>
        </p:nvSpPr>
        <p:spPr>
          <a:xfrm>
            <a:off x="1550894" y="383240"/>
            <a:ext cx="9090212" cy="5607423"/>
          </a:xfrm>
          <a:prstGeom prst="rect">
            <a:avLst/>
          </a:prstGeom>
          <a:noFill/>
          <a:ln w="349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 anchorCtr="0"/>
          <a:lstStyle/>
          <a:p>
            <a:pPr lvl="0" algn="ctr">
              <a:defRPr/>
            </a:pPr>
            <a:r>
              <a:rPr lang="en-US" altLang="ko-KR" sz="2400" b="1">
                <a:solidFill>
                  <a:schemeClr val="tx1"/>
                </a:solidFill>
              </a:rPr>
              <a:t>Environment_2</a:t>
            </a:r>
            <a:endParaRPr lang="en-US" altLang="ko-KR" sz="2400" b="1">
              <a:solidFill>
                <a:schemeClr val="tx1"/>
              </a:solidFill>
            </a:endParaRPr>
          </a:p>
        </p:txBody>
      </p:sp>
      <p:sp>
        <p:nvSpPr>
          <p:cNvPr id="34" name="이등변 삼각형 33"/>
          <p:cNvSpPr/>
          <p:nvPr/>
        </p:nvSpPr>
        <p:spPr>
          <a:xfrm rot="5400000">
            <a:off x="1523999" y="816909"/>
            <a:ext cx="262218" cy="208428"/>
          </a:xfrm>
          <a:prstGeom prst="triangle">
            <a:avLst>
              <a:gd name="adj" fmla="val 50000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5" name="TextBox 34"/>
          <p:cNvSpPr txBox="1"/>
          <p:nvPr/>
        </p:nvSpPr>
        <p:spPr>
          <a:xfrm>
            <a:off x="1759322" y="736457"/>
            <a:ext cx="117056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scen_info</a:t>
            </a:r>
            <a:endParaRPr lang="en-US" altLang="ko-KR"/>
          </a:p>
        </p:txBody>
      </p:sp>
      <p:sp>
        <p:nvSpPr>
          <p:cNvPr id="45" name="TextBox 35"/>
          <p:cNvSpPr txBox="1"/>
          <p:nvPr/>
        </p:nvSpPr>
        <p:spPr>
          <a:xfrm>
            <a:off x="4820696" y="2296293"/>
            <a:ext cx="1275304" cy="3616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?scen_info</a:t>
            </a:r>
            <a:endParaRPr lang="en-US" altLang="ko-KR"/>
          </a:p>
        </p:txBody>
      </p:sp>
      <p:sp>
        <p:nvSpPr>
          <p:cNvPr id="46" name="직사각형 45"/>
          <p:cNvSpPr/>
          <p:nvPr/>
        </p:nvSpPr>
        <p:spPr>
          <a:xfrm>
            <a:off x="1561131" y="5344397"/>
            <a:ext cx="6105137" cy="649393"/>
          </a:xfrm>
          <a:prstGeom prst="rect">
            <a:avLst/>
          </a:prstGeom>
          <a:noFill/>
          <a:ln w="1905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/>
          <a:lstStyle/>
          <a:p>
            <a:pPr marL="0" lvl="0" indent="0" algn="ctr" defTabSz="232257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(grid_map), redteam, blueteam 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4" name="이등변 삼각형 53"/>
          <p:cNvSpPr/>
          <p:nvPr/>
        </p:nvSpPr>
        <p:spPr>
          <a:xfrm rot="5400000">
            <a:off x="1533166" y="1212805"/>
            <a:ext cx="262218" cy="208428"/>
          </a:xfrm>
          <a:prstGeom prst="triangle">
            <a:avLst>
              <a:gd name="adj" fmla="val 50000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5" name="TextBox 34"/>
          <p:cNvSpPr txBox="1"/>
          <p:nvPr/>
        </p:nvSpPr>
        <p:spPr>
          <a:xfrm>
            <a:off x="1768489" y="1132353"/>
            <a:ext cx="102805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red_pos</a:t>
            </a:r>
            <a:endParaRPr lang="en-US" altLang="ko-KR"/>
          </a:p>
        </p:txBody>
      </p:sp>
      <p:sp>
        <p:nvSpPr>
          <p:cNvPr id="58" name="이등변 삼각형 57"/>
          <p:cNvSpPr/>
          <p:nvPr/>
        </p:nvSpPr>
        <p:spPr>
          <a:xfrm rot="5400000">
            <a:off x="1547489" y="1608701"/>
            <a:ext cx="262218" cy="208428"/>
          </a:xfrm>
          <a:prstGeom prst="triangle">
            <a:avLst>
              <a:gd name="adj" fmla="val 50000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9" name="TextBox 34"/>
          <p:cNvSpPr txBox="1"/>
          <p:nvPr/>
        </p:nvSpPr>
        <p:spPr>
          <a:xfrm>
            <a:off x="1782812" y="1528249"/>
            <a:ext cx="112802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blue_pos</a:t>
            </a:r>
            <a:endParaRPr lang="en-US" altLang="ko-KR"/>
          </a:p>
        </p:txBody>
      </p:sp>
      <p:grpSp>
        <p:nvGrpSpPr>
          <p:cNvPr id="67" name="그룹 66"/>
          <p:cNvGrpSpPr/>
          <p:nvPr/>
        </p:nvGrpSpPr>
        <p:grpSpPr>
          <a:xfrm rot="0">
            <a:off x="5254986" y="3307116"/>
            <a:ext cx="1682027" cy="1157935"/>
            <a:chOff x="2131360" y="2364997"/>
            <a:chExt cx="2129118" cy="1643905"/>
          </a:xfrm>
        </p:grpSpPr>
        <p:sp>
          <p:nvSpPr>
            <p:cNvPr id="68" name="타원 26"/>
            <p:cNvSpPr/>
            <p:nvPr/>
          </p:nvSpPr>
          <p:spPr>
            <a:xfrm>
              <a:off x="2131360" y="2364997"/>
              <a:ext cx="2129118" cy="1643905"/>
            </a:xfrm>
            <a:prstGeom prst="ellipse">
              <a:avLst/>
            </a:prstGeom>
            <a:noFill/>
            <a:ln w="349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t" anchorCtr="0"/>
            <a:lstStyle/>
            <a:p>
              <a:pPr lvl="0" algn="ctr">
                <a:defRPr/>
              </a:pPr>
              <a:r>
                <a:rPr lang="en-US" altLang="ko-KR">
                  <a:solidFill>
                    <a:schemeClr val="tx1"/>
                  </a:solidFill>
                </a:rPr>
                <a:t>WAIT</a:t>
              </a:r>
              <a:endParaRPr lang="en-US" altLang="ko-KR">
                <a:solidFill>
                  <a:schemeClr val="tx1"/>
                </a:solidFill>
              </a:endParaRPr>
            </a:p>
            <a:p>
              <a:pPr lvl="0" algn="ctr">
                <a:defRPr/>
              </a:pPr>
              <a:endParaRPr lang="en-US" altLang="ko-KR">
                <a:solidFill>
                  <a:schemeClr val="tx1"/>
                </a:solidFill>
              </a:endParaRPr>
            </a:p>
            <a:p>
              <a:pPr lvl="0" algn="ctr">
                <a:defRPr/>
              </a:pPr>
              <a:r>
                <a:rPr lang="en-US" altLang="ko-KR">
                  <a:solidFill>
                    <a:schemeClr val="tx1"/>
                  </a:solidFill>
                </a:rPr>
                <a:t>Ta = ∞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cxnSp>
          <p:nvCxnSpPr>
            <p:cNvPr id="69" name="직선 연결선 27"/>
            <p:cNvCxnSpPr>
              <a:stCxn id="68" idx="2"/>
              <a:endCxn id="68" idx="6"/>
            </p:cNvCxnSpPr>
            <p:nvPr/>
          </p:nvCxnSpPr>
          <p:spPr>
            <a:xfrm>
              <a:off x="2131360" y="3186950"/>
              <a:ext cx="212911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0" name="연결선: 구부러짐 29"/>
          <p:cNvCxnSpPr>
            <a:stCxn id="68" idx="7"/>
            <a:endCxn id="87" idx="1"/>
          </p:cNvCxnSpPr>
          <p:nvPr/>
        </p:nvCxnSpPr>
        <p:spPr>
          <a:xfrm rot="5400000" flipH="1" flipV="1">
            <a:off x="7410569" y="2740411"/>
            <a:ext cx="16395" cy="1456165"/>
          </a:xfrm>
          <a:prstGeom prst="curvedConnector3">
            <a:avLst>
              <a:gd name="adj1" fmla="val 1950499"/>
            </a:avLst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연결선: 구부러짐 29"/>
          <p:cNvCxnSpPr>
            <a:stCxn id="87" idx="3"/>
            <a:endCxn id="68" idx="5"/>
          </p:cNvCxnSpPr>
          <p:nvPr/>
        </p:nvCxnSpPr>
        <p:spPr>
          <a:xfrm rot="5400000">
            <a:off x="7410571" y="3559194"/>
            <a:ext cx="16395" cy="1456166"/>
          </a:xfrm>
          <a:prstGeom prst="curvedConnector3">
            <a:avLst>
              <a:gd name="adj1" fmla="val 1950499"/>
            </a:avLst>
          </a:prstGeom>
          <a:ln w="19050">
            <a:solidFill>
              <a:schemeClr val="tx1"/>
            </a:solidFill>
            <a:prstDash val="sysDot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이등변 삼각형 73"/>
          <p:cNvSpPr/>
          <p:nvPr/>
        </p:nvSpPr>
        <p:spPr>
          <a:xfrm rot="5400000">
            <a:off x="1523535" y="2024304"/>
            <a:ext cx="262218" cy="208428"/>
          </a:xfrm>
          <a:prstGeom prst="triangle">
            <a:avLst>
              <a:gd name="adj" fmla="val 50000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75" name="TextBox 34"/>
          <p:cNvSpPr txBox="1"/>
          <p:nvPr/>
        </p:nvSpPr>
        <p:spPr>
          <a:xfrm>
            <a:off x="1758857" y="1924145"/>
            <a:ext cx="1016198" cy="358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dead_in</a:t>
            </a:r>
            <a:endParaRPr lang="en-US" altLang="ko-KR"/>
          </a:p>
        </p:txBody>
      </p:sp>
      <p:sp>
        <p:nvSpPr>
          <p:cNvPr id="76" name="TextBox 34"/>
          <p:cNvSpPr txBox="1"/>
          <p:nvPr/>
        </p:nvSpPr>
        <p:spPr>
          <a:xfrm>
            <a:off x="4271458" y="4602890"/>
            <a:ext cx="1096832" cy="3672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!red_pos</a:t>
            </a:r>
            <a:endParaRPr lang="en-US" altLang="ko-KR"/>
          </a:p>
        </p:txBody>
      </p:sp>
      <p:grpSp>
        <p:nvGrpSpPr>
          <p:cNvPr id="83" name="그룹 82"/>
          <p:cNvGrpSpPr/>
          <p:nvPr/>
        </p:nvGrpSpPr>
        <p:grpSpPr>
          <a:xfrm rot="0">
            <a:off x="2609450" y="3301157"/>
            <a:ext cx="1682027" cy="1157935"/>
            <a:chOff x="2131360" y="2364997"/>
            <a:chExt cx="2129118" cy="1643905"/>
          </a:xfrm>
        </p:grpSpPr>
        <p:sp>
          <p:nvSpPr>
            <p:cNvPr id="84" name="타원 26"/>
            <p:cNvSpPr/>
            <p:nvPr/>
          </p:nvSpPr>
          <p:spPr>
            <a:xfrm>
              <a:off x="2131360" y="2364997"/>
              <a:ext cx="2129118" cy="1643905"/>
            </a:xfrm>
            <a:prstGeom prst="ellipse">
              <a:avLst/>
            </a:prstGeom>
            <a:noFill/>
            <a:ln w="349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t" anchorCtr="0"/>
            <a:lstStyle/>
            <a:p>
              <a:pPr lvl="0" algn="ctr">
                <a:defRPr/>
              </a:pPr>
              <a:r>
                <a:rPr lang="en-US" altLang="ko-KR">
                  <a:solidFill>
                    <a:schemeClr val="tx1"/>
                  </a:solidFill>
                </a:rPr>
                <a:t>UPDATE</a:t>
              </a:r>
              <a:endParaRPr lang="en-US" altLang="ko-KR">
                <a:solidFill>
                  <a:schemeClr val="tx1"/>
                </a:solidFill>
              </a:endParaRPr>
            </a:p>
            <a:p>
              <a:pPr lvl="0" algn="ctr">
                <a:defRPr/>
              </a:pPr>
              <a:endParaRPr lang="en-US" altLang="ko-KR">
                <a:solidFill>
                  <a:schemeClr val="tx1"/>
                </a:solidFill>
              </a:endParaRPr>
            </a:p>
            <a:p>
              <a:pPr lvl="0" algn="ctr">
                <a:defRPr/>
              </a:pPr>
              <a:r>
                <a:rPr lang="en-US" altLang="ko-KR">
                  <a:solidFill>
                    <a:schemeClr val="tx1"/>
                  </a:solidFill>
                </a:rPr>
                <a:t>Ta = 0</a:t>
              </a:r>
              <a:endParaRPr lang="en-US" altLang="ko-KR">
                <a:solidFill>
                  <a:schemeClr val="tx1"/>
                </a:solidFill>
              </a:endParaRPr>
            </a:p>
          </p:txBody>
        </p:sp>
        <p:cxnSp>
          <p:nvCxnSpPr>
            <p:cNvPr id="85" name="직선 연결선 27"/>
            <p:cNvCxnSpPr>
              <a:stCxn id="84" idx="2"/>
              <a:endCxn id="84" idx="6"/>
            </p:cNvCxnSpPr>
            <p:nvPr/>
          </p:nvCxnSpPr>
          <p:spPr>
            <a:xfrm>
              <a:off x="2131360" y="3186950"/>
              <a:ext cx="212911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6" name="그룹 85"/>
          <p:cNvGrpSpPr/>
          <p:nvPr/>
        </p:nvGrpSpPr>
        <p:grpSpPr>
          <a:xfrm rot="0">
            <a:off x="7900523" y="3290720"/>
            <a:ext cx="1682027" cy="1157935"/>
            <a:chOff x="2131360" y="2364997"/>
            <a:chExt cx="2129118" cy="1643905"/>
          </a:xfrm>
        </p:grpSpPr>
        <p:sp>
          <p:nvSpPr>
            <p:cNvPr id="87" name="타원 26"/>
            <p:cNvSpPr/>
            <p:nvPr/>
          </p:nvSpPr>
          <p:spPr>
            <a:xfrm>
              <a:off x="2131360" y="2364997"/>
              <a:ext cx="2129118" cy="1643905"/>
            </a:xfrm>
            <a:prstGeom prst="ellipse">
              <a:avLst/>
            </a:prstGeom>
            <a:noFill/>
            <a:ln w="349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t" anchorCtr="0"/>
            <a:lstStyle/>
            <a:p>
              <a:pPr lvl="0" algn="ctr">
                <a:defRPr/>
              </a:pPr>
              <a:r>
                <a:rPr lang="en-US" altLang="ko-KR">
                  <a:solidFill>
                    <a:schemeClr val="tx1"/>
                  </a:solidFill>
                </a:rPr>
                <a:t>UPDATE</a:t>
              </a:r>
              <a:endParaRPr lang="en-US" altLang="ko-KR">
                <a:solidFill>
                  <a:schemeClr val="tx1"/>
                </a:solidFill>
              </a:endParaRPr>
            </a:p>
            <a:p>
              <a:pPr lvl="0" algn="ctr">
                <a:defRPr/>
              </a:pPr>
              <a:endParaRPr lang="en-US" altLang="ko-KR">
                <a:solidFill>
                  <a:schemeClr val="tx1"/>
                </a:solidFill>
              </a:endParaRPr>
            </a:p>
            <a:p>
              <a:pPr lvl="0" algn="ctr">
                <a:defRPr/>
              </a:pPr>
              <a:r>
                <a:rPr lang="en-US" altLang="ko-KR">
                  <a:solidFill>
                    <a:schemeClr val="tx1"/>
                  </a:solidFill>
                </a:rPr>
                <a:t>Ta = 0</a:t>
              </a:r>
              <a:endParaRPr lang="en-US" altLang="ko-KR">
                <a:solidFill>
                  <a:schemeClr val="tx1"/>
                </a:solidFill>
              </a:endParaRPr>
            </a:p>
          </p:txBody>
        </p:sp>
        <p:cxnSp>
          <p:nvCxnSpPr>
            <p:cNvPr id="88" name="직선 연결선 27"/>
            <p:cNvCxnSpPr>
              <a:stCxn id="87" idx="2"/>
              <a:endCxn id="87" idx="6"/>
            </p:cNvCxnSpPr>
            <p:nvPr/>
          </p:nvCxnSpPr>
          <p:spPr>
            <a:xfrm>
              <a:off x="2131360" y="3186950"/>
              <a:ext cx="212911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9" name="연결선: 구부러짐 29"/>
          <p:cNvCxnSpPr>
            <a:stCxn id="68" idx="1"/>
            <a:endCxn id="84" idx="7"/>
          </p:cNvCxnSpPr>
          <p:nvPr/>
        </p:nvCxnSpPr>
        <p:spPr>
          <a:xfrm rot="5400000" flipH="1">
            <a:off x="4770252" y="2745630"/>
            <a:ext cx="5959" cy="1456164"/>
          </a:xfrm>
          <a:prstGeom prst="curvedConnector3">
            <a:avLst>
              <a:gd name="adj1" fmla="val 5292758"/>
            </a:avLst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연결선: 구부러짐 29"/>
          <p:cNvCxnSpPr>
            <a:stCxn id="84" idx="5"/>
            <a:endCxn id="68" idx="3"/>
          </p:cNvCxnSpPr>
          <p:nvPr/>
        </p:nvCxnSpPr>
        <p:spPr>
          <a:xfrm rot="5400000" flipV="1">
            <a:off x="4770253" y="3564416"/>
            <a:ext cx="5959" cy="1456161"/>
          </a:xfrm>
          <a:prstGeom prst="curvedConnector3">
            <a:avLst>
              <a:gd name="adj1" fmla="val 5292758"/>
            </a:avLst>
          </a:prstGeom>
          <a:ln w="19050">
            <a:solidFill>
              <a:schemeClr val="tx1"/>
            </a:solidFill>
            <a:prstDash val="sysDot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1" name="그룹 90"/>
          <p:cNvGrpSpPr/>
          <p:nvPr/>
        </p:nvGrpSpPr>
        <p:grpSpPr>
          <a:xfrm rot="0">
            <a:off x="5254986" y="1153117"/>
            <a:ext cx="1682027" cy="1157935"/>
            <a:chOff x="2131360" y="2364997"/>
            <a:chExt cx="2129118" cy="1643905"/>
          </a:xfrm>
        </p:grpSpPr>
        <p:sp>
          <p:nvSpPr>
            <p:cNvPr id="92" name="타원 26"/>
            <p:cNvSpPr/>
            <p:nvPr/>
          </p:nvSpPr>
          <p:spPr>
            <a:xfrm>
              <a:off x="2131360" y="2364997"/>
              <a:ext cx="2129118" cy="1643905"/>
            </a:xfrm>
            <a:prstGeom prst="ellipse">
              <a:avLst/>
            </a:prstGeom>
            <a:noFill/>
            <a:ln w="349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t" anchorCtr="0"/>
            <a:lstStyle/>
            <a:p>
              <a:pPr lvl="0" algn="ctr">
                <a:defRPr/>
              </a:pPr>
              <a:r>
                <a:rPr lang="en-US" altLang="ko-KR">
                  <a:solidFill>
                    <a:schemeClr val="tx1"/>
                  </a:solidFill>
                </a:rPr>
                <a:t>IDLE</a:t>
              </a:r>
              <a:endParaRPr lang="en-US" altLang="ko-KR">
                <a:solidFill>
                  <a:schemeClr val="tx1"/>
                </a:solidFill>
              </a:endParaRPr>
            </a:p>
            <a:p>
              <a:pPr lvl="0" algn="ctr">
                <a:defRPr/>
              </a:pPr>
              <a:endParaRPr lang="en-US" altLang="ko-KR">
                <a:solidFill>
                  <a:schemeClr val="tx1"/>
                </a:solidFill>
              </a:endParaRPr>
            </a:p>
            <a:p>
              <a:pPr lvl="0" algn="ctr">
                <a:defRPr/>
              </a:pPr>
              <a:r>
                <a:rPr lang="en-US" altLang="ko-KR">
                  <a:solidFill>
                    <a:schemeClr val="tx1"/>
                  </a:solidFill>
                </a:rPr>
                <a:t>Ta = ∞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cxnSp>
          <p:nvCxnSpPr>
            <p:cNvPr id="93" name="직선 연결선 27"/>
            <p:cNvCxnSpPr>
              <a:stCxn id="92" idx="2"/>
              <a:endCxn id="92" idx="6"/>
            </p:cNvCxnSpPr>
            <p:nvPr/>
          </p:nvCxnSpPr>
          <p:spPr>
            <a:xfrm>
              <a:off x="2131360" y="3186950"/>
              <a:ext cx="212911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4" name="연결선: 구부러짐 29"/>
          <p:cNvCxnSpPr>
            <a:stCxn id="92" idx="4"/>
            <a:endCxn id="68" idx="0"/>
          </p:cNvCxnSpPr>
          <p:nvPr/>
        </p:nvCxnSpPr>
        <p:spPr>
          <a:xfrm rot="5400000" flipV="1">
            <a:off x="5598762" y="2808290"/>
            <a:ext cx="996063" cy="1588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35"/>
          <p:cNvSpPr txBox="1"/>
          <p:nvPr/>
        </p:nvSpPr>
        <p:spPr>
          <a:xfrm>
            <a:off x="4088632" y="2570673"/>
            <a:ext cx="2383314" cy="64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?red_pos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?dead_in[IsRed]</a:t>
            </a:r>
            <a:endParaRPr lang="en-US" altLang="ko-KR"/>
          </a:p>
        </p:txBody>
      </p:sp>
      <p:sp>
        <p:nvSpPr>
          <p:cNvPr id="96" name="TextBox 35"/>
          <p:cNvSpPr txBox="1"/>
          <p:nvPr/>
        </p:nvSpPr>
        <p:spPr>
          <a:xfrm>
            <a:off x="6644982" y="2567716"/>
            <a:ext cx="2480507" cy="6359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?blue_pos</a:t>
            </a:r>
            <a:br>
              <a:rPr lang="en-US" altLang="ko-KR"/>
            </a:br>
            <a:r>
              <a:rPr lang="en-US" altLang="ko-KR"/>
              <a:t>?dead_in[IsBlue]</a:t>
            </a:r>
            <a:endParaRPr lang="en-US" altLang="ko-KR"/>
          </a:p>
        </p:txBody>
      </p:sp>
      <p:sp>
        <p:nvSpPr>
          <p:cNvPr id="97" name="TextBox 35"/>
          <p:cNvSpPr txBox="1"/>
          <p:nvPr/>
        </p:nvSpPr>
        <p:spPr>
          <a:xfrm>
            <a:off x="6884859" y="4567534"/>
            <a:ext cx="1275304" cy="364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!blue_pos</a:t>
            </a:r>
            <a:endParaRPr lang="en-US" altLang="ko-KR"/>
          </a:p>
        </p:txBody>
      </p:sp>
      <p:sp>
        <p:nvSpPr>
          <p:cNvPr id="98" name="이등변 삼각형 97"/>
          <p:cNvSpPr/>
          <p:nvPr/>
        </p:nvSpPr>
        <p:spPr>
          <a:xfrm rot="5400000">
            <a:off x="10617683" y="1161101"/>
            <a:ext cx="262218" cy="208428"/>
          </a:xfrm>
          <a:prstGeom prst="triangle">
            <a:avLst>
              <a:gd name="adj" fmla="val 50000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99" name="TextBox 34"/>
          <p:cNvSpPr txBox="1"/>
          <p:nvPr/>
        </p:nvSpPr>
        <p:spPr>
          <a:xfrm>
            <a:off x="9492292" y="1090369"/>
            <a:ext cx="102902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red_pos</a:t>
            </a:r>
            <a:endParaRPr lang="en-US" altLang="ko-KR"/>
          </a:p>
        </p:txBody>
      </p:sp>
      <p:sp>
        <p:nvSpPr>
          <p:cNvPr id="100" name="이등변 삼각형 99"/>
          <p:cNvSpPr/>
          <p:nvPr/>
        </p:nvSpPr>
        <p:spPr>
          <a:xfrm rot="5400000">
            <a:off x="10632006" y="1556997"/>
            <a:ext cx="262218" cy="208428"/>
          </a:xfrm>
          <a:prstGeom prst="triangle">
            <a:avLst>
              <a:gd name="adj" fmla="val 50000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01" name="TextBox 34"/>
          <p:cNvSpPr txBox="1"/>
          <p:nvPr/>
        </p:nvSpPr>
        <p:spPr>
          <a:xfrm>
            <a:off x="9428859" y="1494700"/>
            <a:ext cx="112802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blue_pos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44207813"/>
      </p:ext>
    </p:extLst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/>
        </p:nvSpPr>
        <p:spPr>
          <a:xfrm>
            <a:off x="1550894" y="383240"/>
            <a:ext cx="9090212" cy="5607423"/>
          </a:xfrm>
          <a:prstGeom prst="rect">
            <a:avLst/>
          </a:prstGeom>
          <a:noFill/>
          <a:ln w="349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 anchorCtr="0"/>
          <a:lstStyle/>
          <a:p>
            <a:pPr lvl="0" algn="ctr">
              <a:defRPr/>
            </a:pPr>
            <a:r>
              <a:rPr lang="en-US" altLang="ko-KR" sz="2400" b="1">
                <a:solidFill>
                  <a:schemeClr val="tx1"/>
                </a:solidFill>
              </a:rPr>
              <a:t>Detection</a:t>
            </a:r>
            <a:endParaRPr lang="en-US" altLang="ko-KR" sz="2400" b="1">
              <a:solidFill>
                <a:schemeClr val="tx1"/>
              </a:solidFill>
            </a:endParaRPr>
          </a:p>
        </p:txBody>
      </p:sp>
      <p:grpSp>
        <p:nvGrpSpPr>
          <p:cNvPr id="25" name="그룹 24"/>
          <p:cNvGrpSpPr/>
          <p:nvPr/>
        </p:nvGrpSpPr>
        <p:grpSpPr>
          <a:xfrm rot="0">
            <a:off x="7779124" y="2517396"/>
            <a:ext cx="2129118" cy="1643905"/>
            <a:chOff x="2131360" y="2364997"/>
            <a:chExt cx="2129118" cy="1643905"/>
          </a:xfrm>
        </p:grpSpPr>
        <p:sp>
          <p:nvSpPr>
            <p:cNvPr id="15" name="타원 14"/>
            <p:cNvSpPr/>
            <p:nvPr/>
          </p:nvSpPr>
          <p:spPr>
            <a:xfrm>
              <a:off x="2131360" y="2364997"/>
              <a:ext cx="2129118" cy="1643905"/>
            </a:xfrm>
            <a:prstGeom prst="ellipse">
              <a:avLst/>
            </a:prstGeom>
            <a:noFill/>
            <a:ln w="349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t" anchorCtr="0"/>
            <a:lstStyle/>
            <a:p>
              <a:pPr lvl="0" algn="ctr">
                <a:defRPr/>
              </a:pPr>
              <a:r>
                <a:rPr lang="en-US" altLang="ko-KR">
                  <a:solidFill>
                    <a:schemeClr val="tx1"/>
                  </a:solidFill>
                </a:rPr>
                <a:t>DETECT</a:t>
              </a:r>
              <a:endParaRPr lang="en-US" altLang="ko-KR">
                <a:solidFill>
                  <a:schemeClr val="tx1"/>
                </a:solidFill>
              </a:endParaRPr>
            </a:p>
            <a:p>
              <a:pPr lvl="0" algn="ctr">
                <a:defRPr/>
              </a:pPr>
              <a:endParaRPr lang="en-US" altLang="ko-KR">
                <a:solidFill>
                  <a:schemeClr val="tx1"/>
                </a:solidFill>
              </a:endParaRPr>
            </a:p>
            <a:p>
              <a:pPr lvl="0" algn="ctr">
                <a:defRPr/>
              </a:pPr>
              <a:r>
                <a:rPr lang="en-US" altLang="ko-KR">
                  <a:solidFill>
                    <a:schemeClr val="tx1"/>
                  </a:solidFill>
                </a:rPr>
                <a:t>Ta = t_det</a:t>
              </a:r>
              <a:endParaRPr lang="en-US" altLang="ko-KR">
                <a:solidFill>
                  <a:schemeClr val="tx1"/>
                </a:solidFill>
              </a:endParaRPr>
            </a:p>
          </p:txBody>
        </p:sp>
        <p:cxnSp>
          <p:nvCxnSpPr>
            <p:cNvPr id="17" name="직선 연결선 16"/>
            <p:cNvCxnSpPr>
              <a:stCxn id="15" idx="2"/>
              <a:endCxn id="15" idx="6"/>
            </p:cNvCxnSpPr>
            <p:nvPr/>
          </p:nvCxnSpPr>
          <p:spPr>
            <a:xfrm>
              <a:off x="2131360" y="3186950"/>
              <a:ext cx="212911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그룹 25"/>
          <p:cNvGrpSpPr/>
          <p:nvPr/>
        </p:nvGrpSpPr>
        <p:grpSpPr>
          <a:xfrm rot="0">
            <a:off x="2283760" y="2517397"/>
            <a:ext cx="2129118" cy="1643905"/>
            <a:chOff x="2131360" y="2364997"/>
            <a:chExt cx="2129118" cy="1643905"/>
          </a:xfrm>
        </p:grpSpPr>
        <p:sp>
          <p:nvSpPr>
            <p:cNvPr id="27" name="타원 26"/>
            <p:cNvSpPr/>
            <p:nvPr/>
          </p:nvSpPr>
          <p:spPr>
            <a:xfrm>
              <a:off x="2131360" y="2364997"/>
              <a:ext cx="2129118" cy="1643905"/>
            </a:xfrm>
            <a:prstGeom prst="ellipse">
              <a:avLst/>
            </a:prstGeom>
            <a:noFill/>
            <a:ln w="349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t" anchorCtr="0"/>
            <a:lstStyle/>
            <a:p>
              <a:pPr lvl="0" algn="ctr">
                <a:defRPr/>
              </a:pPr>
              <a:r>
                <a:rPr lang="en-US" altLang="ko-KR">
                  <a:solidFill>
                    <a:schemeClr val="tx1"/>
                  </a:solidFill>
                </a:rPr>
                <a:t>WAIT</a:t>
              </a:r>
              <a:endParaRPr lang="en-US" altLang="ko-KR">
                <a:solidFill>
                  <a:schemeClr val="tx1"/>
                </a:solidFill>
              </a:endParaRPr>
            </a:p>
            <a:p>
              <a:pPr lvl="0" algn="ctr">
                <a:defRPr/>
              </a:pPr>
              <a:endParaRPr lang="en-US" altLang="ko-KR">
                <a:solidFill>
                  <a:schemeClr val="tx1"/>
                </a:solidFill>
              </a:endParaRPr>
            </a:p>
            <a:p>
              <a:pPr lvl="0" algn="ctr">
                <a:defRPr/>
              </a:pPr>
              <a:r>
                <a:rPr lang="en-US" altLang="ko-KR">
                  <a:solidFill>
                    <a:schemeClr val="tx1"/>
                  </a:solidFill>
                </a:rPr>
                <a:t>Ta = ∞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cxnSp>
          <p:nvCxnSpPr>
            <p:cNvPr id="28" name="직선 연결선 27"/>
            <p:cNvCxnSpPr>
              <a:stCxn id="27" idx="2"/>
              <a:endCxn id="27" idx="6"/>
            </p:cNvCxnSpPr>
            <p:nvPr/>
          </p:nvCxnSpPr>
          <p:spPr>
            <a:xfrm>
              <a:off x="2131360" y="3186950"/>
              <a:ext cx="212911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0" name="연결선: 구부러짐 29"/>
          <p:cNvCxnSpPr>
            <a:stCxn id="27" idx="7"/>
            <a:endCxn id="15" idx="1"/>
          </p:cNvCxnSpPr>
          <p:nvPr/>
        </p:nvCxnSpPr>
        <p:spPr>
          <a:xfrm rot="5400000" flipH="1" flipV="1">
            <a:off x="6096001" y="763216"/>
            <a:ext cx="1" cy="3989850"/>
          </a:xfrm>
          <a:prstGeom prst="curvedConnector3">
            <a:avLst>
              <a:gd name="adj1" fmla="val 46934500000"/>
            </a:avLst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이등변 삼각형 33"/>
          <p:cNvSpPr/>
          <p:nvPr/>
        </p:nvSpPr>
        <p:spPr>
          <a:xfrm rot="5400000">
            <a:off x="1523999" y="816909"/>
            <a:ext cx="262218" cy="208428"/>
          </a:xfrm>
          <a:prstGeom prst="triangle">
            <a:avLst>
              <a:gd name="adj" fmla="val 50000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5" name="TextBox 34"/>
          <p:cNvSpPr txBox="1"/>
          <p:nvPr/>
        </p:nvSpPr>
        <p:spPr>
          <a:xfrm>
            <a:off x="1759322" y="736457"/>
            <a:ext cx="107531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env_info</a:t>
            </a:r>
            <a:endParaRPr lang="en-US" altLang="ko-KR"/>
          </a:p>
        </p:txBody>
      </p:sp>
      <p:sp>
        <p:nvSpPr>
          <p:cNvPr id="36" name="TextBox 35"/>
          <p:cNvSpPr txBox="1"/>
          <p:nvPr/>
        </p:nvSpPr>
        <p:spPr>
          <a:xfrm>
            <a:off x="4959836" y="1765142"/>
            <a:ext cx="2856963" cy="360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?env_info[EnemyInRange]</a:t>
            </a:r>
            <a:endParaRPr lang="en-US" altLang="ko-KR"/>
          </a:p>
        </p:txBody>
      </p:sp>
      <p:sp>
        <p:nvSpPr>
          <p:cNvPr id="38" name="이등변 삼각형 37"/>
          <p:cNvSpPr/>
          <p:nvPr/>
        </p:nvSpPr>
        <p:spPr>
          <a:xfrm rot="5400000">
            <a:off x="1545020" y="1225498"/>
            <a:ext cx="262218" cy="208428"/>
          </a:xfrm>
          <a:prstGeom prst="triangle">
            <a:avLst>
              <a:gd name="adj" fmla="val 50000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9" name="TextBox 34"/>
          <p:cNvSpPr txBox="1"/>
          <p:nvPr/>
        </p:nvSpPr>
        <p:spPr>
          <a:xfrm>
            <a:off x="1780342" y="1125339"/>
            <a:ext cx="1016198" cy="358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dead_in</a:t>
            </a:r>
            <a:endParaRPr lang="en-US" altLang="ko-KR"/>
          </a:p>
        </p:txBody>
      </p:sp>
      <p:cxnSp>
        <p:nvCxnSpPr>
          <p:cNvPr id="40" name="연결선: 구부러짐 29"/>
          <p:cNvCxnSpPr>
            <a:stCxn id="15" idx="0"/>
            <a:endCxn id="15" idx="6"/>
          </p:cNvCxnSpPr>
          <p:nvPr/>
        </p:nvCxnSpPr>
        <p:spPr>
          <a:xfrm rot="5400000" flipV="1">
            <a:off x="8964968" y="2396074"/>
            <a:ext cx="821954" cy="1064594"/>
          </a:xfrm>
          <a:prstGeom prst="curvedConnector4">
            <a:avLst>
              <a:gd name="adj1" fmla="val -16561"/>
              <a:gd name="adj2" fmla="val 112462"/>
            </a:avLst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35"/>
          <p:cNvSpPr txBox="1"/>
          <p:nvPr/>
        </p:nvSpPr>
        <p:spPr>
          <a:xfrm>
            <a:off x="8901996" y="1709086"/>
            <a:ext cx="1426487" cy="6399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?env_info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?mnv_result</a:t>
            </a:r>
            <a:endParaRPr lang="en-US" altLang="ko-KR"/>
          </a:p>
        </p:txBody>
      </p:sp>
      <p:cxnSp>
        <p:nvCxnSpPr>
          <p:cNvPr id="42" name="연결선: 구부러짐 29"/>
          <p:cNvCxnSpPr>
            <a:stCxn id="15" idx="6"/>
            <a:endCxn id="15" idx="4"/>
          </p:cNvCxnSpPr>
          <p:nvPr/>
        </p:nvCxnSpPr>
        <p:spPr>
          <a:xfrm flipH="1">
            <a:off x="8843683" y="3339350"/>
            <a:ext cx="1064559" cy="821950"/>
          </a:xfrm>
          <a:prstGeom prst="curvedConnector4">
            <a:avLst>
              <a:gd name="adj1" fmla="val -12465"/>
              <a:gd name="adj2" fmla="val 116558"/>
            </a:avLst>
          </a:prstGeom>
          <a:ln w="19050">
            <a:solidFill>
              <a:schemeClr val="tx1"/>
            </a:solidFill>
            <a:prstDash val="sysDot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35"/>
          <p:cNvSpPr txBox="1"/>
          <p:nvPr/>
        </p:nvSpPr>
        <p:spPr>
          <a:xfrm>
            <a:off x="8856784" y="4329658"/>
            <a:ext cx="1693106" cy="6404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!det_result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/detEquation()</a:t>
            </a:r>
            <a:endParaRPr lang="en-US" altLang="ko-KR"/>
          </a:p>
        </p:txBody>
      </p:sp>
      <p:cxnSp>
        <p:nvCxnSpPr>
          <p:cNvPr id="44" name="연결선: 구부러짐 29"/>
          <p:cNvCxnSpPr>
            <a:stCxn id="15" idx="3"/>
            <a:endCxn id="27" idx="5"/>
          </p:cNvCxnSpPr>
          <p:nvPr/>
        </p:nvCxnSpPr>
        <p:spPr>
          <a:xfrm rot="5400000">
            <a:off x="6095209" y="1926427"/>
            <a:ext cx="1588" cy="3989855"/>
          </a:xfrm>
          <a:prstGeom prst="curvedConnector3">
            <a:avLst>
              <a:gd name="adj1" fmla="val 23642412"/>
            </a:avLst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/>
          <p:cNvSpPr/>
          <p:nvPr/>
        </p:nvSpPr>
        <p:spPr>
          <a:xfrm>
            <a:off x="1561131" y="5344397"/>
            <a:ext cx="3945898" cy="649393"/>
          </a:xfrm>
          <a:prstGeom prst="rect">
            <a:avLst/>
          </a:prstGeom>
          <a:noFill/>
          <a:ln w="1905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/>
          <a:lstStyle/>
          <a:p>
            <a:pPr marL="0" lvl="0" indent="0" algn="ctr" defTabSz="232257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cur_pos, enemy_pos, vision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8" name="이등변 삼각형 47"/>
          <p:cNvSpPr/>
          <p:nvPr/>
        </p:nvSpPr>
        <p:spPr>
          <a:xfrm rot="5400000">
            <a:off x="10625634" y="777388"/>
            <a:ext cx="262218" cy="208428"/>
          </a:xfrm>
          <a:prstGeom prst="triangle">
            <a:avLst>
              <a:gd name="adj" fmla="val 50000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9" name="TextBox 34"/>
          <p:cNvSpPr txBox="1"/>
          <p:nvPr/>
        </p:nvSpPr>
        <p:spPr>
          <a:xfrm>
            <a:off x="9361124" y="696935"/>
            <a:ext cx="1217341" cy="3584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det_result</a:t>
            </a:r>
            <a:endParaRPr lang="en-US" altLang="ko-KR"/>
          </a:p>
        </p:txBody>
      </p:sp>
      <p:cxnSp>
        <p:nvCxnSpPr>
          <p:cNvPr id="50" name="연결선: 구부러짐 29"/>
          <p:cNvCxnSpPr>
            <a:stCxn id="27" idx="2"/>
            <a:endCxn id="27" idx="0"/>
          </p:cNvCxnSpPr>
          <p:nvPr/>
        </p:nvCxnSpPr>
        <p:spPr>
          <a:xfrm flipV="1">
            <a:off x="2283760" y="2517397"/>
            <a:ext cx="1064559" cy="821951"/>
          </a:xfrm>
          <a:prstGeom prst="curvedConnector4">
            <a:avLst>
              <a:gd name="adj1" fmla="val -12465"/>
              <a:gd name="adj2" fmla="val 116558"/>
            </a:avLst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35"/>
          <p:cNvSpPr txBox="1"/>
          <p:nvPr/>
        </p:nvSpPr>
        <p:spPr>
          <a:xfrm>
            <a:off x="2303331" y="1755861"/>
            <a:ext cx="1429769" cy="635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?env_info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?mnv_result</a:t>
            </a:r>
            <a:endParaRPr lang="en-US" altLang="ko-KR"/>
          </a:p>
        </p:txBody>
      </p:sp>
      <p:sp>
        <p:nvSpPr>
          <p:cNvPr id="52" name="TextBox 35"/>
          <p:cNvSpPr txBox="1"/>
          <p:nvPr/>
        </p:nvSpPr>
        <p:spPr>
          <a:xfrm>
            <a:off x="4762337" y="4314993"/>
            <a:ext cx="2853853" cy="6361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?env_info[EnemyInRange]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?dead_in</a:t>
            </a:r>
            <a:endParaRPr lang="en-US" altLang="ko-KR"/>
          </a:p>
        </p:txBody>
      </p:sp>
      <p:sp>
        <p:nvSpPr>
          <p:cNvPr id="56" name="이등변 삼각형 55"/>
          <p:cNvSpPr/>
          <p:nvPr/>
        </p:nvSpPr>
        <p:spPr>
          <a:xfrm rot="5400000">
            <a:off x="1530608" y="1580529"/>
            <a:ext cx="262218" cy="208428"/>
          </a:xfrm>
          <a:prstGeom prst="triangle">
            <a:avLst>
              <a:gd name="adj" fmla="val 50000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7" name="TextBox 34"/>
          <p:cNvSpPr txBox="1"/>
          <p:nvPr/>
        </p:nvSpPr>
        <p:spPr>
          <a:xfrm>
            <a:off x="1748074" y="1503545"/>
            <a:ext cx="1323136" cy="361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mnv_result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42950348"/>
      </p:ext>
    </p:extLst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/>
        </p:nvSpPr>
        <p:spPr>
          <a:xfrm>
            <a:off x="1550894" y="383240"/>
            <a:ext cx="9090212" cy="5607423"/>
          </a:xfrm>
          <a:prstGeom prst="rect">
            <a:avLst/>
          </a:prstGeom>
          <a:noFill/>
          <a:ln w="349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 anchorCtr="0"/>
          <a:lstStyle/>
          <a:p>
            <a:pPr lvl="0" algn="ctr">
              <a:defRPr/>
            </a:pPr>
            <a:r>
              <a:rPr lang="en-US" altLang="ko-KR" sz="2400" b="1">
                <a:solidFill>
                  <a:schemeClr val="tx1"/>
                </a:solidFill>
              </a:rPr>
              <a:t>Fire</a:t>
            </a:r>
            <a:endParaRPr lang="en-US" altLang="ko-KR" sz="2400" b="1">
              <a:solidFill>
                <a:schemeClr val="tx1"/>
              </a:solidFill>
            </a:endParaRPr>
          </a:p>
        </p:txBody>
      </p:sp>
      <p:grpSp>
        <p:nvGrpSpPr>
          <p:cNvPr id="25" name="그룹 24"/>
          <p:cNvGrpSpPr/>
          <p:nvPr/>
        </p:nvGrpSpPr>
        <p:grpSpPr>
          <a:xfrm rot="0">
            <a:off x="7779124" y="2517396"/>
            <a:ext cx="2129118" cy="1643905"/>
            <a:chOff x="2131360" y="2364997"/>
            <a:chExt cx="2129118" cy="1643905"/>
          </a:xfrm>
        </p:grpSpPr>
        <p:sp>
          <p:nvSpPr>
            <p:cNvPr id="15" name="타원 14"/>
            <p:cNvSpPr/>
            <p:nvPr/>
          </p:nvSpPr>
          <p:spPr>
            <a:xfrm>
              <a:off x="2131360" y="2364997"/>
              <a:ext cx="2129118" cy="1643905"/>
            </a:xfrm>
            <a:prstGeom prst="ellipse">
              <a:avLst/>
            </a:prstGeom>
            <a:noFill/>
            <a:ln w="349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t" anchorCtr="0"/>
            <a:lstStyle/>
            <a:p>
              <a:pPr lvl="0" algn="ctr">
                <a:defRPr/>
              </a:pPr>
              <a:r>
                <a:rPr lang="en-US" altLang="ko-KR">
                  <a:solidFill>
                    <a:schemeClr val="tx1"/>
                  </a:solidFill>
                </a:rPr>
                <a:t>FIRE</a:t>
              </a:r>
              <a:endParaRPr lang="en-US" altLang="ko-KR">
                <a:solidFill>
                  <a:schemeClr val="tx1"/>
                </a:solidFill>
              </a:endParaRPr>
            </a:p>
            <a:p>
              <a:pPr lvl="0" algn="ctr">
                <a:defRPr/>
              </a:pPr>
              <a:endParaRPr lang="en-US" altLang="ko-KR">
                <a:solidFill>
                  <a:schemeClr val="tx1"/>
                </a:solidFill>
              </a:endParaRPr>
            </a:p>
            <a:p>
              <a:pPr lvl="0" algn="ctr">
                <a:defRPr/>
              </a:pPr>
              <a:r>
                <a:rPr lang="en-US" altLang="ko-KR">
                  <a:solidFill>
                    <a:schemeClr val="tx1"/>
                  </a:solidFill>
                </a:rPr>
                <a:t>Ta = t_fire</a:t>
              </a:r>
              <a:endParaRPr lang="en-US" altLang="ko-KR">
                <a:solidFill>
                  <a:schemeClr val="tx1"/>
                </a:solidFill>
              </a:endParaRPr>
            </a:p>
          </p:txBody>
        </p:sp>
        <p:cxnSp>
          <p:nvCxnSpPr>
            <p:cNvPr id="17" name="직선 연결선 16"/>
            <p:cNvCxnSpPr>
              <a:stCxn id="15" idx="2"/>
              <a:endCxn id="15" idx="6"/>
            </p:cNvCxnSpPr>
            <p:nvPr/>
          </p:nvCxnSpPr>
          <p:spPr>
            <a:xfrm>
              <a:off x="2131360" y="3186950"/>
              <a:ext cx="212911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그룹 25"/>
          <p:cNvGrpSpPr/>
          <p:nvPr/>
        </p:nvGrpSpPr>
        <p:grpSpPr>
          <a:xfrm rot="0">
            <a:off x="2283760" y="2517397"/>
            <a:ext cx="2129118" cy="1643905"/>
            <a:chOff x="2131360" y="2364997"/>
            <a:chExt cx="2129118" cy="1643905"/>
          </a:xfrm>
        </p:grpSpPr>
        <p:sp>
          <p:nvSpPr>
            <p:cNvPr id="27" name="타원 26"/>
            <p:cNvSpPr/>
            <p:nvPr/>
          </p:nvSpPr>
          <p:spPr>
            <a:xfrm>
              <a:off x="2131360" y="2364997"/>
              <a:ext cx="2129118" cy="1643905"/>
            </a:xfrm>
            <a:prstGeom prst="ellipse">
              <a:avLst/>
            </a:prstGeom>
            <a:noFill/>
            <a:ln w="349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t" anchorCtr="0"/>
            <a:lstStyle/>
            <a:p>
              <a:pPr lvl="0" algn="ctr">
                <a:defRPr/>
              </a:pPr>
              <a:r>
                <a:rPr lang="en-US" altLang="ko-KR">
                  <a:solidFill>
                    <a:schemeClr val="tx1"/>
                  </a:solidFill>
                </a:rPr>
                <a:t>WAIT</a:t>
              </a:r>
              <a:endParaRPr lang="en-US" altLang="ko-KR">
                <a:solidFill>
                  <a:schemeClr val="tx1"/>
                </a:solidFill>
              </a:endParaRPr>
            </a:p>
            <a:p>
              <a:pPr lvl="0" algn="ctr">
                <a:defRPr/>
              </a:pPr>
              <a:endParaRPr lang="en-US" altLang="ko-KR">
                <a:solidFill>
                  <a:schemeClr val="tx1"/>
                </a:solidFill>
              </a:endParaRPr>
            </a:p>
            <a:p>
              <a:pPr lvl="0" algn="ctr">
                <a:defRPr/>
              </a:pPr>
              <a:r>
                <a:rPr lang="en-US" altLang="ko-KR">
                  <a:solidFill>
                    <a:schemeClr val="tx1"/>
                  </a:solidFill>
                </a:rPr>
                <a:t>Ta = ∞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cxnSp>
          <p:nvCxnSpPr>
            <p:cNvPr id="28" name="직선 연결선 27"/>
            <p:cNvCxnSpPr>
              <a:stCxn id="27" idx="2"/>
              <a:endCxn id="27" idx="6"/>
            </p:cNvCxnSpPr>
            <p:nvPr/>
          </p:nvCxnSpPr>
          <p:spPr>
            <a:xfrm>
              <a:off x="2131360" y="3186950"/>
              <a:ext cx="212911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0" name="연결선: 구부러짐 29"/>
          <p:cNvCxnSpPr>
            <a:stCxn id="27" idx="7"/>
            <a:endCxn id="15" idx="1"/>
          </p:cNvCxnSpPr>
          <p:nvPr/>
        </p:nvCxnSpPr>
        <p:spPr>
          <a:xfrm rot="5400000" flipH="1" flipV="1">
            <a:off x="6096001" y="763216"/>
            <a:ext cx="1" cy="3989850"/>
          </a:xfrm>
          <a:prstGeom prst="curvedConnector3">
            <a:avLst>
              <a:gd name="adj1" fmla="val 46934500000"/>
            </a:avLst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이등변 삼각형 33"/>
          <p:cNvSpPr/>
          <p:nvPr/>
        </p:nvSpPr>
        <p:spPr>
          <a:xfrm rot="5400000">
            <a:off x="1523999" y="816909"/>
            <a:ext cx="262218" cy="208428"/>
          </a:xfrm>
          <a:prstGeom prst="triangle">
            <a:avLst>
              <a:gd name="adj" fmla="val 50000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5" name="TextBox 34"/>
          <p:cNvSpPr txBox="1"/>
          <p:nvPr/>
        </p:nvSpPr>
        <p:spPr>
          <a:xfrm>
            <a:off x="1759322" y="736457"/>
            <a:ext cx="82766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fire_in</a:t>
            </a:r>
            <a:endParaRPr lang="en-US" altLang="ko-KR"/>
          </a:p>
        </p:txBody>
      </p:sp>
      <p:sp>
        <p:nvSpPr>
          <p:cNvPr id="36" name="TextBox 35"/>
          <p:cNvSpPr txBox="1"/>
          <p:nvPr/>
        </p:nvSpPr>
        <p:spPr>
          <a:xfrm>
            <a:off x="5261136" y="1857864"/>
            <a:ext cx="2145504" cy="3646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?fire_in @ hit_ratio</a:t>
            </a:r>
            <a:endParaRPr lang="en-US" altLang="ko-KR"/>
          </a:p>
        </p:txBody>
      </p:sp>
      <p:sp>
        <p:nvSpPr>
          <p:cNvPr id="38" name="이등변 삼각형 37"/>
          <p:cNvSpPr/>
          <p:nvPr/>
        </p:nvSpPr>
        <p:spPr>
          <a:xfrm rot="5400000">
            <a:off x="1545020" y="1225498"/>
            <a:ext cx="262218" cy="208428"/>
          </a:xfrm>
          <a:prstGeom prst="triangle">
            <a:avLst>
              <a:gd name="adj" fmla="val 50000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9" name="TextBox 34"/>
          <p:cNvSpPr txBox="1"/>
          <p:nvPr/>
        </p:nvSpPr>
        <p:spPr>
          <a:xfrm>
            <a:off x="1780342" y="1125339"/>
            <a:ext cx="1016198" cy="358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dead_in</a:t>
            </a:r>
            <a:endParaRPr lang="en-US" altLang="ko-KR"/>
          </a:p>
        </p:txBody>
      </p:sp>
      <p:cxnSp>
        <p:nvCxnSpPr>
          <p:cNvPr id="42" name="연결선: 구부러짐 29"/>
          <p:cNvCxnSpPr>
            <a:stCxn id="15" idx="3"/>
            <a:endCxn id="27" idx="5"/>
          </p:cNvCxnSpPr>
          <p:nvPr/>
        </p:nvCxnSpPr>
        <p:spPr>
          <a:xfrm rot="5400000">
            <a:off x="6095204" y="1926429"/>
            <a:ext cx="1588" cy="3989845"/>
          </a:xfrm>
          <a:prstGeom prst="curvedConnector3">
            <a:avLst>
              <a:gd name="adj1" fmla="val 23642412"/>
            </a:avLst>
          </a:prstGeom>
          <a:ln w="19050">
            <a:solidFill>
              <a:schemeClr val="tx1"/>
            </a:solidFill>
            <a:prstDash val="sysDot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35"/>
          <p:cNvSpPr txBox="1"/>
          <p:nvPr/>
        </p:nvSpPr>
        <p:spPr>
          <a:xfrm>
            <a:off x="5568534" y="4457812"/>
            <a:ext cx="1276131" cy="3642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!fire_result</a:t>
            </a:r>
            <a:endParaRPr lang="en-US" altLang="ko-KR"/>
          </a:p>
        </p:txBody>
      </p:sp>
      <p:sp>
        <p:nvSpPr>
          <p:cNvPr id="46" name="직사각형 45"/>
          <p:cNvSpPr/>
          <p:nvPr/>
        </p:nvSpPr>
        <p:spPr>
          <a:xfrm>
            <a:off x="1561131" y="5344397"/>
            <a:ext cx="3945898" cy="649393"/>
          </a:xfrm>
          <a:prstGeom prst="rect">
            <a:avLst/>
          </a:prstGeom>
          <a:noFill/>
          <a:ln w="1905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/>
          <a:lstStyle/>
          <a:p>
            <a:pPr marL="0" lvl="0" indent="0" algn="ctr" defTabSz="232257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capabilitiy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8" name="이등변 삼각형 47"/>
          <p:cNvSpPr/>
          <p:nvPr/>
        </p:nvSpPr>
        <p:spPr>
          <a:xfrm rot="5400000">
            <a:off x="10625634" y="777388"/>
            <a:ext cx="262218" cy="208428"/>
          </a:xfrm>
          <a:prstGeom prst="triangle">
            <a:avLst>
              <a:gd name="adj" fmla="val 50000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9" name="TextBox 34"/>
          <p:cNvSpPr txBox="1"/>
          <p:nvPr/>
        </p:nvSpPr>
        <p:spPr>
          <a:xfrm>
            <a:off x="9361124" y="696935"/>
            <a:ext cx="1207816" cy="3584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fire_result</a:t>
            </a:r>
            <a:endParaRPr lang="en-US" altLang="ko-KR"/>
          </a:p>
        </p:txBody>
      </p:sp>
      <p:cxnSp>
        <p:nvCxnSpPr>
          <p:cNvPr id="58" name="연결선: 구부러짐 29"/>
          <p:cNvCxnSpPr>
            <a:stCxn id="15" idx="2"/>
            <a:endCxn id="27" idx="6"/>
          </p:cNvCxnSpPr>
          <p:nvPr/>
        </p:nvCxnSpPr>
        <p:spPr>
          <a:xfrm flipH="1">
            <a:off x="4412878" y="3339352"/>
            <a:ext cx="3366236" cy="1588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35"/>
          <p:cNvSpPr txBox="1"/>
          <p:nvPr/>
        </p:nvSpPr>
        <p:spPr>
          <a:xfrm>
            <a:off x="5723973" y="2897253"/>
            <a:ext cx="1120692" cy="360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?dead_in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90173927"/>
      </p:ext>
    </p:extLst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/>
        </p:nvSpPr>
        <p:spPr>
          <a:xfrm>
            <a:off x="1550894" y="383240"/>
            <a:ext cx="9090212" cy="5607423"/>
          </a:xfrm>
          <a:prstGeom prst="rect">
            <a:avLst/>
          </a:prstGeom>
          <a:noFill/>
          <a:ln w="349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 anchorCtr="0"/>
          <a:lstStyle/>
          <a:p>
            <a:pPr lvl="0" algn="ctr">
              <a:defRPr/>
            </a:pPr>
            <a:r>
              <a:rPr lang="en-US" altLang="ko-KR" sz="2400" b="1">
                <a:solidFill>
                  <a:schemeClr val="tx1"/>
                </a:solidFill>
              </a:rPr>
              <a:t>DamageEvaluation</a:t>
            </a:r>
            <a:endParaRPr lang="en-US" altLang="ko-KR" sz="2400" b="1">
              <a:solidFill>
                <a:schemeClr val="tx1"/>
              </a:solidFill>
            </a:endParaRPr>
          </a:p>
        </p:txBody>
      </p:sp>
      <p:grpSp>
        <p:nvGrpSpPr>
          <p:cNvPr id="25" name="그룹 24"/>
          <p:cNvGrpSpPr/>
          <p:nvPr/>
        </p:nvGrpSpPr>
        <p:grpSpPr>
          <a:xfrm rot="0">
            <a:off x="7779124" y="2517396"/>
            <a:ext cx="2129118" cy="1643905"/>
            <a:chOff x="2131360" y="2364997"/>
            <a:chExt cx="2129118" cy="1643905"/>
          </a:xfrm>
        </p:grpSpPr>
        <p:sp>
          <p:nvSpPr>
            <p:cNvPr id="15" name="타원 14"/>
            <p:cNvSpPr/>
            <p:nvPr/>
          </p:nvSpPr>
          <p:spPr>
            <a:xfrm>
              <a:off x="2131360" y="2364997"/>
              <a:ext cx="2129118" cy="1643905"/>
            </a:xfrm>
            <a:prstGeom prst="ellipse">
              <a:avLst/>
            </a:prstGeom>
            <a:noFill/>
            <a:ln w="349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t" anchorCtr="0"/>
            <a:lstStyle/>
            <a:p>
              <a:pPr lvl="0" algn="ctr">
                <a:defRPr/>
              </a:pPr>
              <a:r>
                <a:rPr lang="en-US" altLang="ko-KR">
                  <a:solidFill>
                    <a:schemeClr val="tx1"/>
                  </a:solidFill>
                </a:rPr>
                <a:t>EVAL</a:t>
              </a:r>
              <a:endParaRPr lang="en-US" altLang="ko-KR">
                <a:solidFill>
                  <a:schemeClr val="tx1"/>
                </a:solidFill>
              </a:endParaRPr>
            </a:p>
            <a:p>
              <a:pPr lvl="0" algn="ctr">
                <a:defRPr/>
              </a:pPr>
              <a:endParaRPr lang="en-US" altLang="ko-KR">
                <a:solidFill>
                  <a:schemeClr val="tx1"/>
                </a:solidFill>
              </a:endParaRPr>
            </a:p>
            <a:p>
              <a:pPr lvl="0" algn="ctr">
                <a:defRPr/>
              </a:pPr>
              <a:r>
                <a:rPr lang="en-US" altLang="ko-KR">
                  <a:solidFill>
                    <a:schemeClr val="tx1"/>
                  </a:solidFill>
                </a:rPr>
                <a:t>Ta = 0</a:t>
              </a:r>
              <a:endParaRPr lang="en-US" altLang="ko-KR">
                <a:solidFill>
                  <a:schemeClr val="tx1"/>
                </a:solidFill>
              </a:endParaRPr>
            </a:p>
          </p:txBody>
        </p:sp>
        <p:cxnSp>
          <p:nvCxnSpPr>
            <p:cNvPr id="17" name="직선 연결선 16"/>
            <p:cNvCxnSpPr>
              <a:stCxn id="15" idx="2"/>
              <a:endCxn id="15" idx="6"/>
            </p:cNvCxnSpPr>
            <p:nvPr/>
          </p:nvCxnSpPr>
          <p:spPr>
            <a:xfrm>
              <a:off x="2131360" y="3186950"/>
              <a:ext cx="212911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그룹 25"/>
          <p:cNvGrpSpPr/>
          <p:nvPr/>
        </p:nvGrpSpPr>
        <p:grpSpPr>
          <a:xfrm rot="0">
            <a:off x="2283760" y="2517397"/>
            <a:ext cx="2129118" cy="1643905"/>
            <a:chOff x="2131360" y="2364997"/>
            <a:chExt cx="2129118" cy="1643905"/>
          </a:xfrm>
        </p:grpSpPr>
        <p:sp>
          <p:nvSpPr>
            <p:cNvPr id="27" name="타원 26"/>
            <p:cNvSpPr/>
            <p:nvPr/>
          </p:nvSpPr>
          <p:spPr>
            <a:xfrm>
              <a:off x="2131360" y="2364997"/>
              <a:ext cx="2129118" cy="1643905"/>
            </a:xfrm>
            <a:prstGeom prst="ellipse">
              <a:avLst/>
            </a:prstGeom>
            <a:noFill/>
            <a:ln w="349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t" anchorCtr="0"/>
            <a:lstStyle/>
            <a:p>
              <a:pPr lvl="0" algn="ctr">
                <a:defRPr/>
              </a:pPr>
              <a:r>
                <a:rPr lang="en-US" altLang="ko-KR">
                  <a:solidFill>
                    <a:schemeClr val="tx1"/>
                  </a:solidFill>
                </a:rPr>
                <a:t>WAIT</a:t>
              </a:r>
              <a:endParaRPr lang="en-US" altLang="ko-KR">
                <a:solidFill>
                  <a:schemeClr val="tx1"/>
                </a:solidFill>
              </a:endParaRPr>
            </a:p>
            <a:p>
              <a:pPr lvl="0" algn="ctr">
                <a:defRPr/>
              </a:pPr>
              <a:endParaRPr lang="en-US" altLang="ko-KR">
                <a:solidFill>
                  <a:schemeClr val="tx1"/>
                </a:solidFill>
              </a:endParaRPr>
            </a:p>
            <a:p>
              <a:pPr lvl="0" algn="ctr">
                <a:defRPr/>
              </a:pPr>
              <a:r>
                <a:rPr lang="en-US" altLang="ko-KR">
                  <a:solidFill>
                    <a:schemeClr val="tx1"/>
                  </a:solidFill>
                </a:rPr>
                <a:t>Ta = ∞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cxnSp>
          <p:nvCxnSpPr>
            <p:cNvPr id="28" name="직선 연결선 27"/>
            <p:cNvCxnSpPr>
              <a:stCxn id="27" idx="2"/>
              <a:endCxn id="27" idx="6"/>
            </p:cNvCxnSpPr>
            <p:nvPr/>
          </p:nvCxnSpPr>
          <p:spPr>
            <a:xfrm>
              <a:off x="2131360" y="3186950"/>
              <a:ext cx="212911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0" name="연결선: 구부러짐 29"/>
          <p:cNvCxnSpPr>
            <a:stCxn id="27" idx="7"/>
            <a:endCxn id="15" idx="1"/>
          </p:cNvCxnSpPr>
          <p:nvPr/>
        </p:nvCxnSpPr>
        <p:spPr>
          <a:xfrm rot="5400000" flipH="1" flipV="1">
            <a:off x="6096001" y="763216"/>
            <a:ext cx="1" cy="3989850"/>
          </a:xfrm>
          <a:prstGeom prst="curvedConnector3">
            <a:avLst>
              <a:gd name="adj1" fmla="val 46934500000"/>
            </a:avLst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이등변 삼각형 33"/>
          <p:cNvSpPr/>
          <p:nvPr/>
        </p:nvSpPr>
        <p:spPr>
          <a:xfrm rot="5400000">
            <a:off x="1523999" y="816909"/>
            <a:ext cx="262218" cy="208428"/>
          </a:xfrm>
          <a:prstGeom prst="triangle">
            <a:avLst>
              <a:gd name="adj" fmla="val 50000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5" name="TextBox 34"/>
          <p:cNvSpPr txBox="1"/>
          <p:nvPr/>
        </p:nvSpPr>
        <p:spPr>
          <a:xfrm>
            <a:off x="1759322" y="736457"/>
            <a:ext cx="120866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fire_result</a:t>
            </a:r>
            <a:endParaRPr lang="en-US" altLang="ko-KR"/>
          </a:p>
        </p:txBody>
      </p:sp>
      <p:sp>
        <p:nvSpPr>
          <p:cNvPr id="36" name="TextBox 35"/>
          <p:cNvSpPr txBox="1"/>
          <p:nvPr/>
        </p:nvSpPr>
        <p:spPr>
          <a:xfrm>
            <a:off x="4571059" y="1818986"/>
            <a:ext cx="3526629" cy="364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?fire_result @ my_id = target_id</a:t>
            </a:r>
            <a:endParaRPr lang="en-US" altLang="ko-KR"/>
          </a:p>
        </p:txBody>
      </p:sp>
      <p:cxnSp>
        <p:nvCxnSpPr>
          <p:cNvPr id="42" name="연결선: 구부러짐 29"/>
          <p:cNvCxnSpPr>
            <a:stCxn id="15" idx="3"/>
            <a:endCxn id="27" idx="5"/>
          </p:cNvCxnSpPr>
          <p:nvPr/>
        </p:nvCxnSpPr>
        <p:spPr>
          <a:xfrm rot="5400000">
            <a:off x="6095204" y="1926429"/>
            <a:ext cx="1588" cy="3989845"/>
          </a:xfrm>
          <a:prstGeom prst="curvedConnector3">
            <a:avLst>
              <a:gd name="adj1" fmla="val 23642412"/>
            </a:avLst>
          </a:prstGeom>
          <a:ln w="19050">
            <a:solidFill>
              <a:schemeClr val="tx1"/>
            </a:solidFill>
            <a:prstDash val="sysDot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/>
          <p:cNvSpPr/>
          <p:nvPr/>
        </p:nvSpPr>
        <p:spPr>
          <a:xfrm>
            <a:off x="1561131" y="5344397"/>
            <a:ext cx="3945898" cy="649393"/>
          </a:xfrm>
          <a:prstGeom prst="rect">
            <a:avLst/>
          </a:prstGeom>
          <a:noFill/>
          <a:ln w="1905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/>
          <a:lstStyle/>
          <a:p>
            <a:pPr marL="0" lvl="0" indent="0" algn="ctr" defTabSz="232257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8" name="이등변 삼각형 47"/>
          <p:cNvSpPr/>
          <p:nvPr/>
        </p:nvSpPr>
        <p:spPr>
          <a:xfrm rot="5400000">
            <a:off x="10625634" y="777388"/>
            <a:ext cx="262218" cy="208428"/>
          </a:xfrm>
          <a:prstGeom prst="triangle">
            <a:avLst>
              <a:gd name="adj" fmla="val 50000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9" name="TextBox 34"/>
          <p:cNvSpPr txBox="1"/>
          <p:nvPr/>
        </p:nvSpPr>
        <p:spPr>
          <a:xfrm>
            <a:off x="9361124" y="696935"/>
            <a:ext cx="1179241" cy="3584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dead_out</a:t>
            </a:r>
            <a:endParaRPr lang="en-US" altLang="ko-KR"/>
          </a:p>
        </p:txBody>
      </p:sp>
      <p:sp>
        <p:nvSpPr>
          <p:cNvPr id="60" name="TextBox 34"/>
          <p:cNvSpPr txBox="1"/>
          <p:nvPr/>
        </p:nvSpPr>
        <p:spPr>
          <a:xfrm>
            <a:off x="5506380" y="4358033"/>
            <a:ext cx="3404982" cy="364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!dead_out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5174811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113</ep:Words>
  <ep:PresentationFormat>와이드스크린</ep:PresentationFormat>
  <ep:Paragraphs>75</ep:Paragraphs>
  <ep:Slides>6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ep:HeadingPairs>
  <ep:TitlesOfParts>
    <vt:vector size="7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2025-07-15T11:32:42.000</dcterms:created>
  <dc:creator>Jaewon An</dc:creator>
  <cp:lastModifiedBy>525ja</cp:lastModifiedBy>
  <dcterms:modified xsi:type="dcterms:W3CDTF">2025-07-22T02:55:36.936</dcterms:modified>
  <cp:revision>70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